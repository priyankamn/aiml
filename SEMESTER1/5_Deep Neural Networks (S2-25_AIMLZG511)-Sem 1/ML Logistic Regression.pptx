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293.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3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304.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296.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294.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3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99.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320.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305.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321.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06.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312.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4.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2" r:id="rId6"/>
    <p:sldMasterId id="2147483677" r:id="rId7"/>
    <p:sldMasterId id="2147483714" r:id="rId8"/>
    <p:sldMasterId id="2147483732" r:id="rId9"/>
    <p:sldMasterId id="2147483768" r:id="rId10"/>
    <p:sldMasterId id="2147483803" r:id="rId11"/>
    <p:sldMasterId id="2147483820" r:id="rId12"/>
    <p:sldMasterId id="2147483837" r:id="rId13"/>
    <p:sldMasterId id="2147483854" r:id="rId14"/>
    <p:sldMasterId id="2147483892" r:id="rId15"/>
    <p:sldMasterId id="2147483903" r:id="rId16"/>
    <p:sldMasterId id="2147483955" r:id="rId17"/>
    <p:sldMasterId id="2147483967"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 id="293" r:id="rId57"/>
    <p:sldId id="294" r:id="rId58"/>
    <p:sldId id="295" r:id="rId59"/>
    <p:sldId id="296" r:id="rId60"/>
    <p:sldId id="297" r:id="rId61"/>
    <p:sldId id="298" r:id="rId62"/>
    <p:sldId id="299" r:id="rId63"/>
    <p:sldId id="300" r:id="rId64"/>
    <p:sldId id="301" r:id="rId65"/>
    <p:sldId id="302" r:id="rId66"/>
    <p:sldId id="303" r:id="rId67"/>
    <p:sldId id="304" r:id="rId68"/>
    <p:sldId id="305" r:id="rId69"/>
    <p:sldId id="306" r:id="rId70"/>
    <p:sldId id="307" r:id="rId71"/>
    <p:sldId id="308" r:id="rId72"/>
    <p:sldId id="309" r:id="rId73"/>
  </p:sldIdLst>
  <p:sldSz cy="6858000" cx="9144000"/>
  <p:notesSz cx="6858000" cy="9144000"/>
  <p:embeddedFontLst>
    <p:embeddedFont>
      <p:font typeface="Tahoma"/>
      <p:regular r:id="rId74"/>
      <p:bold r:id="rId75"/>
    </p:embeddedFont>
    <p:embeddedFont>
      <p:font typeface="Libre Franklin Medium"/>
      <p:regular r:id="rId76"/>
      <p:bold r:id="rId77"/>
      <p:italic r:id="rId78"/>
      <p:boldItalic r:id="rId79"/>
    </p:embeddedFont>
    <p:embeddedFont>
      <p:font typeface="Helvetica Neue"/>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4" roundtripDataSignature="AMtx7mhqXVz8b65L8IWxhoGtZQdi5459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2C5724-C846-4D5E-9A73-0D1F23194D6C}">
  <a:tblStyle styleId="{782C5724-C846-4D5E-9A73-0D1F23194D6C}"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9B904F3D-E360-434B-99A6-6587FD23D85A}"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5FF9877-EE62-4EFE-814F-10A434BCF3D7}" styleName="Table_2">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1.xml"/><Relationship Id="rId84" Type="http://customschemas.google.com/relationships/presentationmetadata" Target="metadata"/><Relationship Id="rId83" Type="http://schemas.openxmlformats.org/officeDocument/2006/relationships/font" Target="fonts/HelveticaNeue-boldItalic.fntdata"/><Relationship Id="rId42" Type="http://schemas.openxmlformats.org/officeDocument/2006/relationships/slide" Target="slides/slide23.xml"/><Relationship Id="rId41" Type="http://schemas.openxmlformats.org/officeDocument/2006/relationships/slide" Target="slides/slide22.xml"/><Relationship Id="rId44" Type="http://schemas.openxmlformats.org/officeDocument/2006/relationships/slide" Target="slides/slide25.xml"/><Relationship Id="rId43" Type="http://schemas.openxmlformats.org/officeDocument/2006/relationships/slide" Target="slides/slide24.xml"/><Relationship Id="rId46" Type="http://schemas.openxmlformats.org/officeDocument/2006/relationships/slide" Target="slides/slide27.xml"/><Relationship Id="rId45" Type="http://schemas.openxmlformats.org/officeDocument/2006/relationships/slide" Target="slides/slide26.xml"/><Relationship Id="rId80" Type="http://schemas.openxmlformats.org/officeDocument/2006/relationships/font" Target="fonts/HelveticaNeue-regular.fntdata"/><Relationship Id="rId82" Type="http://schemas.openxmlformats.org/officeDocument/2006/relationships/font" Target="fonts/HelveticaNeue-italic.fntdata"/><Relationship Id="rId81" Type="http://schemas.openxmlformats.org/officeDocument/2006/relationships/font" Target="fonts/HelveticaNeue-bold.fntdata"/><Relationship Id="rId1" Type="http://schemas.openxmlformats.org/officeDocument/2006/relationships/theme" Target="theme/theme10.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29.xml"/><Relationship Id="rId47" Type="http://schemas.openxmlformats.org/officeDocument/2006/relationships/slide" Target="slides/slide28.xml"/><Relationship Id="rId49" Type="http://schemas.openxmlformats.org/officeDocument/2006/relationships/slide" Target="slides/slide3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54.xml"/><Relationship Id="rId72" Type="http://schemas.openxmlformats.org/officeDocument/2006/relationships/slide" Target="slides/slide53.xml"/><Relationship Id="rId31" Type="http://schemas.openxmlformats.org/officeDocument/2006/relationships/slide" Target="slides/slide12.xml"/><Relationship Id="rId75" Type="http://schemas.openxmlformats.org/officeDocument/2006/relationships/font" Target="fonts/Tahoma-bold.fntdata"/><Relationship Id="rId30" Type="http://schemas.openxmlformats.org/officeDocument/2006/relationships/slide" Target="slides/slide11.xml"/><Relationship Id="rId74" Type="http://schemas.openxmlformats.org/officeDocument/2006/relationships/font" Target="fonts/Tahoma-regular.fntdata"/><Relationship Id="rId33" Type="http://schemas.openxmlformats.org/officeDocument/2006/relationships/slide" Target="slides/slide14.xml"/><Relationship Id="rId77" Type="http://schemas.openxmlformats.org/officeDocument/2006/relationships/font" Target="fonts/LibreFranklinMedium-bold.fntdata"/><Relationship Id="rId32" Type="http://schemas.openxmlformats.org/officeDocument/2006/relationships/slide" Target="slides/slide13.xml"/><Relationship Id="rId76" Type="http://schemas.openxmlformats.org/officeDocument/2006/relationships/font" Target="fonts/LibreFranklinMedium-regular.fntdata"/><Relationship Id="rId35" Type="http://schemas.openxmlformats.org/officeDocument/2006/relationships/slide" Target="slides/slide16.xml"/><Relationship Id="rId79" Type="http://schemas.openxmlformats.org/officeDocument/2006/relationships/font" Target="fonts/LibreFranklinMedium-boldItalic.fntdata"/><Relationship Id="rId34" Type="http://schemas.openxmlformats.org/officeDocument/2006/relationships/slide" Target="slides/slide15.xml"/><Relationship Id="rId78" Type="http://schemas.openxmlformats.org/officeDocument/2006/relationships/font" Target="fonts/LibreFranklinMedium-italic.fntdata"/><Relationship Id="rId71" Type="http://schemas.openxmlformats.org/officeDocument/2006/relationships/slide" Target="slides/slide52.xml"/><Relationship Id="rId70" Type="http://schemas.openxmlformats.org/officeDocument/2006/relationships/slide" Target="slides/slide51.xml"/><Relationship Id="rId37" Type="http://schemas.openxmlformats.org/officeDocument/2006/relationships/slide" Target="slides/slide18.xml"/><Relationship Id="rId36" Type="http://schemas.openxmlformats.org/officeDocument/2006/relationships/slide" Target="slides/slide17.xml"/><Relationship Id="rId39" Type="http://schemas.openxmlformats.org/officeDocument/2006/relationships/slide" Target="slides/slide20.xml"/><Relationship Id="rId38" Type="http://schemas.openxmlformats.org/officeDocument/2006/relationships/slide" Target="slides/slide19.xml"/><Relationship Id="rId62" Type="http://schemas.openxmlformats.org/officeDocument/2006/relationships/slide" Target="slides/slide43.xml"/><Relationship Id="rId61" Type="http://schemas.openxmlformats.org/officeDocument/2006/relationships/slide" Target="slides/slide42.xml"/><Relationship Id="rId20" Type="http://schemas.openxmlformats.org/officeDocument/2006/relationships/slide" Target="slides/slide1.xml"/><Relationship Id="rId64" Type="http://schemas.openxmlformats.org/officeDocument/2006/relationships/slide" Target="slides/slide45.xml"/><Relationship Id="rId63" Type="http://schemas.openxmlformats.org/officeDocument/2006/relationships/slide" Target="slides/slide44.xml"/><Relationship Id="rId22" Type="http://schemas.openxmlformats.org/officeDocument/2006/relationships/slide" Target="slides/slide3.xml"/><Relationship Id="rId66" Type="http://schemas.openxmlformats.org/officeDocument/2006/relationships/slide" Target="slides/slide47.xml"/><Relationship Id="rId21" Type="http://schemas.openxmlformats.org/officeDocument/2006/relationships/slide" Target="slides/slide2.xml"/><Relationship Id="rId65" Type="http://schemas.openxmlformats.org/officeDocument/2006/relationships/slide" Target="slides/slide46.xml"/><Relationship Id="rId24" Type="http://schemas.openxmlformats.org/officeDocument/2006/relationships/slide" Target="slides/slide5.xml"/><Relationship Id="rId68" Type="http://schemas.openxmlformats.org/officeDocument/2006/relationships/slide" Target="slides/slide49.xml"/><Relationship Id="rId23" Type="http://schemas.openxmlformats.org/officeDocument/2006/relationships/slide" Target="slides/slide4.xml"/><Relationship Id="rId67" Type="http://schemas.openxmlformats.org/officeDocument/2006/relationships/slide" Target="slides/slide48.xml"/><Relationship Id="rId60" Type="http://schemas.openxmlformats.org/officeDocument/2006/relationships/slide" Target="slides/slide41.xml"/><Relationship Id="rId26" Type="http://schemas.openxmlformats.org/officeDocument/2006/relationships/slide" Target="slides/slide7.xml"/><Relationship Id="rId25" Type="http://schemas.openxmlformats.org/officeDocument/2006/relationships/slide" Target="slides/slide6.xml"/><Relationship Id="rId69" Type="http://schemas.openxmlformats.org/officeDocument/2006/relationships/slide" Target="slides/slide50.xml"/><Relationship Id="rId28" Type="http://schemas.openxmlformats.org/officeDocument/2006/relationships/slide" Target="slides/slide9.xml"/><Relationship Id="rId27" Type="http://schemas.openxmlformats.org/officeDocument/2006/relationships/slide" Target="slides/slide8.xml"/><Relationship Id="rId29" Type="http://schemas.openxmlformats.org/officeDocument/2006/relationships/slide" Target="slides/slide10.xml"/><Relationship Id="rId51" Type="http://schemas.openxmlformats.org/officeDocument/2006/relationships/slide" Target="slides/slide32.xml"/><Relationship Id="rId50" Type="http://schemas.openxmlformats.org/officeDocument/2006/relationships/slide" Target="slides/slide31.xml"/><Relationship Id="rId53" Type="http://schemas.openxmlformats.org/officeDocument/2006/relationships/slide" Target="slides/slide34.xml"/><Relationship Id="rId52" Type="http://schemas.openxmlformats.org/officeDocument/2006/relationships/slide" Target="slides/slide33.xml"/><Relationship Id="rId11" Type="http://schemas.openxmlformats.org/officeDocument/2006/relationships/slideMaster" Target="slideMasters/slideMaster7.xml"/><Relationship Id="rId55" Type="http://schemas.openxmlformats.org/officeDocument/2006/relationships/slide" Target="slides/slide36.xml"/><Relationship Id="rId10" Type="http://schemas.openxmlformats.org/officeDocument/2006/relationships/slideMaster" Target="slideMasters/slideMaster6.xml"/><Relationship Id="rId54" Type="http://schemas.openxmlformats.org/officeDocument/2006/relationships/slide" Target="slides/slide35.xml"/><Relationship Id="rId13" Type="http://schemas.openxmlformats.org/officeDocument/2006/relationships/slideMaster" Target="slideMasters/slideMaster9.xml"/><Relationship Id="rId57" Type="http://schemas.openxmlformats.org/officeDocument/2006/relationships/slide" Target="slides/slide38.xml"/><Relationship Id="rId12" Type="http://schemas.openxmlformats.org/officeDocument/2006/relationships/slideMaster" Target="slideMasters/slideMaster8.xml"/><Relationship Id="rId56" Type="http://schemas.openxmlformats.org/officeDocument/2006/relationships/slide" Target="slides/slide37.xml"/><Relationship Id="rId15" Type="http://schemas.openxmlformats.org/officeDocument/2006/relationships/slideMaster" Target="slideMasters/slideMaster11.xml"/><Relationship Id="rId59" Type="http://schemas.openxmlformats.org/officeDocument/2006/relationships/slide" Target="slides/slide40.xml"/><Relationship Id="rId14" Type="http://schemas.openxmlformats.org/officeDocument/2006/relationships/slideMaster" Target="slideMasters/slideMaster10.xml"/><Relationship Id="rId58" Type="http://schemas.openxmlformats.org/officeDocument/2006/relationships/slide" Target="slides/slide39.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notesMaster" Target="notesMasters/notesMaster1.xml"/><Relationship Id="rId18" Type="http://schemas.openxmlformats.org/officeDocument/2006/relationships/slideMaster" Target="slideMasters/slideMaster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2" name="Shape 2922"/>
        <p:cNvGrpSpPr/>
        <p:nvPr/>
      </p:nvGrpSpPr>
      <p:grpSpPr>
        <a:xfrm>
          <a:off x="0" y="0"/>
          <a:ext cx="0" cy="0"/>
          <a:chOff x="0" y="0"/>
          <a:chExt cx="0" cy="0"/>
        </a:xfrm>
      </p:grpSpPr>
      <p:sp>
        <p:nvSpPr>
          <p:cNvPr id="2923" name="Google Shape;2923;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24" name="Google Shape;292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8" name="Shape 2928"/>
        <p:cNvGrpSpPr/>
        <p:nvPr/>
      </p:nvGrpSpPr>
      <p:grpSpPr>
        <a:xfrm>
          <a:off x="0" y="0"/>
          <a:ext cx="0" cy="0"/>
          <a:chOff x="0" y="0"/>
          <a:chExt cx="0" cy="0"/>
        </a:xfrm>
      </p:grpSpPr>
      <p:sp>
        <p:nvSpPr>
          <p:cNvPr id="2929" name="Google Shape;2929;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30" name="Google Shape;293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9" name="Google Shape;2939;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38150" lvl="0" marL="514350" rtl="0" algn="l">
              <a:lnSpc>
                <a:spcPct val="150000"/>
              </a:lnSpc>
              <a:spcBef>
                <a:spcPts val="0"/>
              </a:spcBef>
              <a:spcAft>
                <a:spcPts val="0"/>
              </a:spcAft>
              <a:buClr>
                <a:schemeClr val="dk1"/>
              </a:buClr>
              <a:buSzPts val="1200"/>
              <a:buFont typeface="Arial"/>
              <a:buNone/>
            </a:pPr>
            <a:r>
              <a:t/>
            </a:r>
            <a:endParaRPr/>
          </a:p>
        </p:txBody>
      </p:sp>
      <p:sp>
        <p:nvSpPr>
          <p:cNvPr id="2940" name="Google Shape;2940;p3: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Lecture-1</a:t>
            </a:r>
            <a:endParaRPr/>
          </a:p>
        </p:txBody>
      </p:sp>
      <p:sp>
        <p:nvSpPr>
          <p:cNvPr id="2941" name="Google Shape;2941;p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5" name="Shape 2945"/>
        <p:cNvGrpSpPr/>
        <p:nvPr/>
      </p:nvGrpSpPr>
      <p:grpSpPr>
        <a:xfrm>
          <a:off x="0" y="0"/>
          <a:ext cx="0" cy="0"/>
          <a:chOff x="0" y="0"/>
          <a:chExt cx="0" cy="0"/>
        </a:xfrm>
      </p:grpSpPr>
      <p:sp>
        <p:nvSpPr>
          <p:cNvPr id="2946" name="Google Shape;2946;p16: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2947" name="Google Shape;2947;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1" name="Shape 2951"/>
        <p:cNvGrpSpPr/>
        <p:nvPr/>
      </p:nvGrpSpPr>
      <p:grpSpPr>
        <a:xfrm>
          <a:off x="0" y="0"/>
          <a:ext cx="0" cy="0"/>
          <a:chOff x="0" y="0"/>
          <a:chExt cx="0" cy="0"/>
        </a:xfrm>
      </p:grpSpPr>
      <p:sp>
        <p:nvSpPr>
          <p:cNvPr id="2952" name="Google Shape;2952;g2e91d18c78f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53" name="Google Shape;2953;g2e91d18c78f_0_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54" name="Google Shape;2954;g2e91d18c78f_0_9: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8" name="Shape 2958"/>
        <p:cNvGrpSpPr/>
        <p:nvPr/>
      </p:nvGrpSpPr>
      <p:grpSpPr>
        <a:xfrm>
          <a:off x="0" y="0"/>
          <a:ext cx="0" cy="0"/>
          <a:chOff x="0" y="0"/>
          <a:chExt cx="0" cy="0"/>
        </a:xfrm>
      </p:grpSpPr>
      <p:sp>
        <p:nvSpPr>
          <p:cNvPr id="2959" name="Google Shape;2959;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60" name="Google Shape;296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1" name="Shape 2991"/>
        <p:cNvGrpSpPr/>
        <p:nvPr/>
      </p:nvGrpSpPr>
      <p:grpSpPr>
        <a:xfrm>
          <a:off x="0" y="0"/>
          <a:ext cx="0" cy="0"/>
          <a:chOff x="0" y="0"/>
          <a:chExt cx="0" cy="0"/>
        </a:xfrm>
      </p:grpSpPr>
      <p:sp>
        <p:nvSpPr>
          <p:cNvPr id="2992" name="Google Shape;2992;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93" name="Google Shape;299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9" name="Shape 2999"/>
        <p:cNvGrpSpPr/>
        <p:nvPr/>
      </p:nvGrpSpPr>
      <p:grpSpPr>
        <a:xfrm>
          <a:off x="0" y="0"/>
          <a:ext cx="0" cy="0"/>
          <a:chOff x="0" y="0"/>
          <a:chExt cx="0" cy="0"/>
        </a:xfrm>
      </p:grpSpPr>
      <p:sp>
        <p:nvSpPr>
          <p:cNvPr id="3000" name="Google Shape;3000;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01" name="Google Shape;300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5" name="Shape 3025"/>
        <p:cNvGrpSpPr/>
        <p:nvPr/>
      </p:nvGrpSpPr>
      <p:grpSpPr>
        <a:xfrm>
          <a:off x="0" y="0"/>
          <a:ext cx="0" cy="0"/>
          <a:chOff x="0" y="0"/>
          <a:chExt cx="0" cy="0"/>
        </a:xfrm>
      </p:grpSpPr>
      <p:sp>
        <p:nvSpPr>
          <p:cNvPr id="3026" name="Google Shape;302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27" name="Google Shape;302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4" name="Shape 3044"/>
        <p:cNvGrpSpPr/>
        <p:nvPr/>
      </p:nvGrpSpPr>
      <p:grpSpPr>
        <a:xfrm>
          <a:off x="0" y="0"/>
          <a:ext cx="0" cy="0"/>
          <a:chOff x="0" y="0"/>
          <a:chExt cx="0" cy="0"/>
        </a:xfrm>
      </p:grpSpPr>
      <p:sp>
        <p:nvSpPr>
          <p:cNvPr id="3045" name="Google Shape;3045;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46" name="Google Shape;304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5" name="Shape 3055"/>
        <p:cNvGrpSpPr/>
        <p:nvPr/>
      </p:nvGrpSpPr>
      <p:grpSpPr>
        <a:xfrm>
          <a:off x="0" y="0"/>
          <a:ext cx="0" cy="0"/>
          <a:chOff x="0" y="0"/>
          <a:chExt cx="0" cy="0"/>
        </a:xfrm>
      </p:grpSpPr>
      <p:sp>
        <p:nvSpPr>
          <p:cNvPr id="3056" name="Google Shape;3056;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57" name="Google Shape;305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1" name="Shape 3071"/>
        <p:cNvGrpSpPr/>
        <p:nvPr/>
      </p:nvGrpSpPr>
      <p:grpSpPr>
        <a:xfrm>
          <a:off x="0" y="0"/>
          <a:ext cx="0" cy="0"/>
          <a:chOff x="0" y="0"/>
          <a:chExt cx="0" cy="0"/>
        </a:xfrm>
      </p:grpSpPr>
      <p:sp>
        <p:nvSpPr>
          <p:cNvPr id="3072" name="Google Shape;3072;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73" name="Google Shape;307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3" name="Shape 3103"/>
        <p:cNvGrpSpPr/>
        <p:nvPr/>
      </p:nvGrpSpPr>
      <p:grpSpPr>
        <a:xfrm>
          <a:off x="0" y="0"/>
          <a:ext cx="0" cy="0"/>
          <a:chOff x="0" y="0"/>
          <a:chExt cx="0" cy="0"/>
        </a:xfrm>
      </p:grpSpPr>
      <p:sp>
        <p:nvSpPr>
          <p:cNvPr id="3104" name="Google Shape;3104;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05" name="Google Shape;310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5" name="Shape 3115"/>
        <p:cNvGrpSpPr/>
        <p:nvPr/>
      </p:nvGrpSpPr>
      <p:grpSpPr>
        <a:xfrm>
          <a:off x="0" y="0"/>
          <a:ext cx="0" cy="0"/>
          <a:chOff x="0" y="0"/>
          <a:chExt cx="0" cy="0"/>
        </a:xfrm>
      </p:grpSpPr>
      <p:sp>
        <p:nvSpPr>
          <p:cNvPr id="3116" name="Google Shape;3116;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17" name="Google Shape;311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6" name="Shape 3126"/>
        <p:cNvGrpSpPr/>
        <p:nvPr/>
      </p:nvGrpSpPr>
      <p:grpSpPr>
        <a:xfrm>
          <a:off x="0" y="0"/>
          <a:ext cx="0" cy="0"/>
          <a:chOff x="0" y="0"/>
          <a:chExt cx="0" cy="0"/>
        </a:xfrm>
      </p:grpSpPr>
      <p:sp>
        <p:nvSpPr>
          <p:cNvPr id="3127" name="Google Shape;3127;p26: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128" name="Google Shape;3128;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1" name="Shape 3131"/>
        <p:cNvGrpSpPr/>
        <p:nvPr/>
      </p:nvGrpSpPr>
      <p:grpSpPr>
        <a:xfrm>
          <a:off x="0" y="0"/>
          <a:ext cx="0" cy="0"/>
          <a:chOff x="0" y="0"/>
          <a:chExt cx="0" cy="0"/>
        </a:xfrm>
      </p:grpSpPr>
      <p:sp>
        <p:nvSpPr>
          <p:cNvPr id="3132" name="Google Shape;3132;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33" name="Google Shape;313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2" name="Shape 3152"/>
        <p:cNvGrpSpPr/>
        <p:nvPr/>
      </p:nvGrpSpPr>
      <p:grpSpPr>
        <a:xfrm>
          <a:off x="0" y="0"/>
          <a:ext cx="0" cy="0"/>
          <a:chOff x="0" y="0"/>
          <a:chExt cx="0" cy="0"/>
        </a:xfrm>
      </p:grpSpPr>
      <p:sp>
        <p:nvSpPr>
          <p:cNvPr id="3153" name="Google Shape;3153;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54" name="Google Shape;315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1" name="Shape 3171"/>
        <p:cNvGrpSpPr/>
        <p:nvPr/>
      </p:nvGrpSpPr>
      <p:grpSpPr>
        <a:xfrm>
          <a:off x="0" y="0"/>
          <a:ext cx="0" cy="0"/>
          <a:chOff x="0" y="0"/>
          <a:chExt cx="0" cy="0"/>
        </a:xfrm>
      </p:grpSpPr>
      <p:sp>
        <p:nvSpPr>
          <p:cNvPr id="3172" name="Google Shape;3172;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73" name="Google Shape;317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0" name="Shape 3190"/>
        <p:cNvGrpSpPr/>
        <p:nvPr/>
      </p:nvGrpSpPr>
      <p:grpSpPr>
        <a:xfrm>
          <a:off x="0" y="0"/>
          <a:ext cx="0" cy="0"/>
          <a:chOff x="0" y="0"/>
          <a:chExt cx="0" cy="0"/>
        </a:xfrm>
      </p:grpSpPr>
      <p:sp>
        <p:nvSpPr>
          <p:cNvPr id="3191" name="Google Shape;3191;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92" name="Google Shape;319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4" name="Shape 3204"/>
        <p:cNvGrpSpPr/>
        <p:nvPr/>
      </p:nvGrpSpPr>
      <p:grpSpPr>
        <a:xfrm>
          <a:off x="0" y="0"/>
          <a:ext cx="0" cy="0"/>
          <a:chOff x="0" y="0"/>
          <a:chExt cx="0" cy="0"/>
        </a:xfrm>
      </p:grpSpPr>
      <p:sp>
        <p:nvSpPr>
          <p:cNvPr id="3205" name="Google Shape;3205;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06" name="Google Shape;320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1" name="Shape 3211"/>
        <p:cNvGrpSpPr/>
        <p:nvPr/>
      </p:nvGrpSpPr>
      <p:grpSpPr>
        <a:xfrm>
          <a:off x="0" y="0"/>
          <a:ext cx="0" cy="0"/>
          <a:chOff x="0" y="0"/>
          <a:chExt cx="0" cy="0"/>
        </a:xfrm>
      </p:grpSpPr>
      <p:sp>
        <p:nvSpPr>
          <p:cNvPr id="3212" name="Google Shape;3212;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13" name="Google Shape;321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2" name="Shape 3222"/>
        <p:cNvGrpSpPr/>
        <p:nvPr/>
      </p:nvGrpSpPr>
      <p:grpSpPr>
        <a:xfrm>
          <a:off x="0" y="0"/>
          <a:ext cx="0" cy="0"/>
          <a:chOff x="0" y="0"/>
          <a:chExt cx="0" cy="0"/>
        </a:xfrm>
      </p:grpSpPr>
      <p:sp>
        <p:nvSpPr>
          <p:cNvPr id="3223" name="Google Shape;3223;p33: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224" name="Google Shape;3224;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7" name="Shape 3227"/>
        <p:cNvGrpSpPr/>
        <p:nvPr/>
      </p:nvGrpSpPr>
      <p:grpSpPr>
        <a:xfrm>
          <a:off x="0" y="0"/>
          <a:ext cx="0" cy="0"/>
          <a:chOff x="0" y="0"/>
          <a:chExt cx="0" cy="0"/>
        </a:xfrm>
      </p:grpSpPr>
      <p:sp>
        <p:nvSpPr>
          <p:cNvPr id="3228" name="Google Shape;3228;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29" name="Google Shape;322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5" name="Shape 3235"/>
        <p:cNvGrpSpPr/>
        <p:nvPr/>
      </p:nvGrpSpPr>
      <p:grpSpPr>
        <a:xfrm>
          <a:off x="0" y="0"/>
          <a:ext cx="0" cy="0"/>
          <a:chOff x="0" y="0"/>
          <a:chExt cx="0" cy="0"/>
        </a:xfrm>
      </p:grpSpPr>
      <p:sp>
        <p:nvSpPr>
          <p:cNvPr id="3236" name="Google Shape;3236;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37" name="Google Shape;323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2" name="Shape 3242"/>
        <p:cNvGrpSpPr/>
        <p:nvPr/>
      </p:nvGrpSpPr>
      <p:grpSpPr>
        <a:xfrm>
          <a:off x="0" y="0"/>
          <a:ext cx="0" cy="0"/>
          <a:chOff x="0" y="0"/>
          <a:chExt cx="0" cy="0"/>
        </a:xfrm>
      </p:grpSpPr>
      <p:sp>
        <p:nvSpPr>
          <p:cNvPr id="3243" name="Google Shape;324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44" name="Google Shape;3244;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5" name="Google Shape;3245;p3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7" name="Shape 3257"/>
        <p:cNvGrpSpPr/>
        <p:nvPr/>
      </p:nvGrpSpPr>
      <p:grpSpPr>
        <a:xfrm>
          <a:off x="0" y="0"/>
          <a:ext cx="0" cy="0"/>
          <a:chOff x="0" y="0"/>
          <a:chExt cx="0" cy="0"/>
        </a:xfrm>
      </p:grpSpPr>
      <p:sp>
        <p:nvSpPr>
          <p:cNvPr id="3258" name="Google Shape;325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59" name="Google Shape;3259;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0" name="Google Shape;3260;p3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7" name="Shape 3267"/>
        <p:cNvGrpSpPr/>
        <p:nvPr/>
      </p:nvGrpSpPr>
      <p:grpSpPr>
        <a:xfrm>
          <a:off x="0" y="0"/>
          <a:ext cx="0" cy="0"/>
          <a:chOff x="0" y="0"/>
          <a:chExt cx="0" cy="0"/>
        </a:xfrm>
      </p:grpSpPr>
      <p:sp>
        <p:nvSpPr>
          <p:cNvPr id="3268" name="Google Shape;3268;p38: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269" name="Google Shape;3269;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2" name="Shape 3272"/>
        <p:cNvGrpSpPr/>
        <p:nvPr/>
      </p:nvGrpSpPr>
      <p:grpSpPr>
        <a:xfrm>
          <a:off x="0" y="0"/>
          <a:ext cx="0" cy="0"/>
          <a:chOff x="0" y="0"/>
          <a:chExt cx="0" cy="0"/>
        </a:xfrm>
      </p:grpSpPr>
      <p:sp>
        <p:nvSpPr>
          <p:cNvPr id="3273" name="Google Shape;3273;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74" name="Google Shape;327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2" name="Shape 3282"/>
        <p:cNvGrpSpPr/>
        <p:nvPr/>
      </p:nvGrpSpPr>
      <p:grpSpPr>
        <a:xfrm>
          <a:off x="0" y="0"/>
          <a:ext cx="0" cy="0"/>
          <a:chOff x="0" y="0"/>
          <a:chExt cx="0" cy="0"/>
        </a:xfrm>
      </p:grpSpPr>
      <p:sp>
        <p:nvSpPr>
          <p:cNvPr id="3283" name="Google Shape;3283;p40: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284" name="Google Shape;3284;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8" name="Shape 3288"/>
        <p:cNvGrpSpPr/>
        <p:nvPr/>
      </p:nvGrpSpPr>
      <p:grpSpPr>
        <a:xfrm>
          <a:off x="0" y="0"/>
          <a:ext cx="0" cy="0"/>
          <a:chOff x="0" y="0"/>
          <a:chExt cx="0" cy="0"/>
        </a:xfrm>
      </p:grpSpPr>
      <p:sp>
        <p:nvSpPr>
          <p:cNvPr id="3289" name="Google Shape;3289;p4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290" name="Google Shape;329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1" name="Google Shape;3291;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6" name="Shape 3306"/>
        <p:cNvGrpSpPr/>
        <p:nvPr/>
      </p:nvGrpSpPr>
      <p:grpSpPr>
        <a:xfrm>
          <a:off x="0" y="0"/>
          <a:ext cx="0" cy="0"/>
          <a:chOff x="0" y="0"/>
          <a:chExt cx="0" cy="0"/>
        </a:xfrm>
      </p:grpSpPr>
      <p:sp>
        <p:nvSpPr>
          <p:cNvPr id="3307" name="Google Shape;3307;p4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308" name="Google Shape;330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9" name="Google Shape;3309;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4" name="Shape 3324"/>
        <p:cNvGrpSpPr/>
        <p:nvPr/>
      </p:nvGrpSpPr>
      <p:grpSpPr>
        <a:xfrm>
          <a:off x="0" y="0"/>
          <a:ext cx="0" cy="0"/>
          <a:chOff x="0" y="0"/>
          <a:chExt cx="0" cy="0"/>
        </a:xfrm>
      </p:grpSpPr>
      <p:sp>
        <p:nvSpPr>
          <p:cNvPr id="3325" name="Google Shape;3325;p4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326" name="Google Shape;332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7" name="Google Shape;3327;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4" name="Shape 3334"/>
        <p:cNvGrpSpPr/>
        <p:nvPr/>
      </p:nvGrpSpPr>
      <p:grpSpPr>
        <a:xfrm>
          <a:off x="0" y="0"/>
          <a:ext cx="0" cy="0"/>
          <a:chOff x="0" y="0"/>
          <a:chExt cx="0" cy="0"/>
        </a:xfrm>
      </p:grpSpPr>
      <p:sp>
        <p:nvSpPr>
          <p:cNvPr id="3335" name="Google Shape;3335;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36" name="Google Shape;333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8" name="Shape 3348"/>
        <p:cNvGrpSpPr/>
        <p:nvPr/>
      </p:nvGrpSpPr>
      <p:grpSpPr>
        <a:xfrm>
          <a:off x="0" y="0"/>
          <a:ext cx="0" cy="0"/>
          <a:chOff x="0" y="0"/>
          <a:chExt cx="0" cy="0"/>
        </a:xfrm>
      </p:grpSpPr>
      <p:sp>
        <p:nvSpPr>
          <p:cNvPr id="3349" name="Google Shape;3349;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50" name="Google Shape;335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2" name="Shape 3362"/>
        <p:cNvGrpSpPr/>
        <p:nvPr/>
      </p:nvGrpSpPr>
      <p:grpSpPr>
        <a:xfrm>
          <a:off x="0" y="0"/>
          <a:ext cx="0" cy="0"/>
          <a:chOff x="0" y="0"/>
          <a:chExt cx="0" cy="0"/>
        </a:xfrm>
      </p:grpSpPr>
      <p:sp>
        <p:nvSpPr>
          <p:cNvPr id="3363" name="Google Shape;3363;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64" name="Google Shape;336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6" name="Shape 3376"/>
        <p:cNvGrpSpPr/>
        <p:nvPr/>
      </p:nvGrpSpPr>
      <p:grpSpPr>
        <a:xfrm>
          <a:off x="0" y="0"/>
          <a:ext cx="0" cy="0"/>
          <a:chOff x="0" y="0"/>
          <a:chExt cx="0" cy="0"/>
        </a:xfrm>
      </p:grpSpPr>
      <p:sp>
        <p:nvSpPr>
          <p:cNvPr id="3377" name="Google Shape;3377;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78" name="Google Shape;337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3" name="Shape 3383"/>
        <p:cNvGrpSpPr/>
        <p:nvPr/>
      </p:nvGrpSpPr>
      <p:grpSpPr>
        <a:xfrm>
          <a:off x="0" y="0"/>
          <a:ext cx="0" cy="0"/>
          <a:chOff x="0" y="0"/>
          <a:chExt cx="0" cy="0"/>
        </a:xfrm>
      </p:grpSpPr>
      <p:sp>
        <p:nvSpPr>
          <p:cNvPr id="3384" name="Google Shape;3384;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85" name="Google Shape;338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93" name="Google Shape;3393;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4" name="Google Shape;3394;p4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2" name="Shape 3402"/>
        <p:cNvGrpSpPr/>
        <p:nvPr/>
      </p:nvGrpSpPr>
      <p:grpSpPr>
        <a:xfrm>
          <a:off x="0" y="0"/>
          <a:ext cx="0" cy="0"/>
          <a:chOff x="0" y="0"/>
          <a:chExt cx="0" cy="0"/>
        </a:xfrm>
      </p:grpSpPr>
      <p:sp>
        <p:nvSpPr>
          <p:cNvPr id="3403" name="Google Shape;3403;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04" name="Google Shape;340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4" name="Shape 3414"/>
        <p:cNvGrpSpPr/>
        <p:nvPr/>
      </p:nvGrpSpPr>
      <p:grpSpPr>
        <a:xfrm>
          <a:off x="0" y="0"/>
          <a:ext cx="0" cy="0"/>
          <a:chOff x="0" y="0"/>
          <a:chExt cx="0" cy="0"/>
        </a:xfrm>
      </p:grpSpPr>
      <p:sp>
        <p:nvSpPr>
          <p:cNvPr id="3415" name="Google Shape;3415;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16" name="Google Shape;341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1" name="Shape 3421"/>
        <p:cNvGrpSpPr/>
        <p:nvPr/>
      </p:nvGrpSpPr>
      <p:grpSpPr>
        <a:xfrm>
          <a:off x="0" y="0"/>
          <a:ext cx="0" cy="0"/>
          <a:chOff x="0" y="0"/>
          <a:chExt cx="0" cy="0"/>
        </a:xfrm>
      </p:grpSpPr>
      <p:sp>
        <p:nvSpPr>
          <p:cNvPr id="3422" name="Google Shape;3422;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23" name="Google Shape;342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3" name="Shape 3433"/>
        <p:cNvGrpSpPr/>
        <p:nvPr/>
      </p:nvGrpSpPr>
      <p:grpSpPr>
        <a:xfrm>
          <a:off x="0" y="0"/>
          <a:ext cx="0" cy="0"/>
          <a:chOff x="0" y="0"/>
          <a:chExt cx="0" cy="0"/>
        </a:xfrm>
      </p:grpSpPr>
      <p:sp>
        <p:nvSpPr>
          <p:cNvPr id="3434" name="Google Shape;3434;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35" name="Google Shape;343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0" name="Shape 3440"/>
        <p:cNvGrpSpPr/>
        <p:nvPr/>
      </p:nvGrpSpPr>
      <p:grpSpPr>
        <a:xfrm>
          <a:off x="0" y="0"/>
          <a:ext cx="0" cy="0"/>
          <a:chOff x="0" y="0"/>
          <a:chExt cx="0" cy="0"/>
        </a:xfrm>
      </p:grpSpPr>
      <p:sp>
        <p:nvSpPr>
          <p:cNvPr id="3441" name="Google Shape;3441;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42" name="Google Shape;344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8" name="Shape 3448"/>
        <p:cNvGrpSpPr/>
        <p:nvPr/>
      </p:nvGrpSpPr>
      <p:grpSpPr>
        <a:xfrm>
          <a:off x="0" y="0"/>
          <a:ext cx="0" cy="0"/>
          <a:chOff x="0" y="0"/>
          <a:chExt cx="0" cy="0"/>
        </a:xfrm>
      </p:grpSpPr>
      <p:sp>
        <p:nvSpPr>
          <p:cNvPr id="3449" name="Google Shape;3449;p55: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50" name="Google Shape;3450;p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4" name="Shape 3454"/>
        <p:cNvGrpSpPr/>
        <p:nvPr/>
      </p:nvGrpSpPr>
      <p:grpSpPr>
        <a:xfrm>
          <a:off x="0" y="0"/>
          <a:ext cx="0" cy="0"/>
          <a:chOff x="0" y="0"/>
          <a:chExt cx="0" cy="0"/>
        </a:xfrm>
      </p:grpSpPr>
      <p:sp>
        <p:nvSpPr>
          <p:cNvPr id="3455" name="Google Shape;3455;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56" name="Google Shape;3456;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1" name="Shape 3461"/>
        <p:cNvGrpSpPr/>
        <p:nvPr/>
      </p:nvGrpSpPr>
      <p:grpSpPr>
        <a:xfrm>
          <a:off x="0" y="0"/>
          <a:ext cx="0" cy="0"/>
          <a:chOff x="0" y="0"/>
          <a:chExt cx="0" cy="0"/>
        </a:xfrm>
      </p:grpSpPr>
      <p:sp>
        <p:nvSpPr>
          <p:cNvPr id="3462" name="Google Shape;3462;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63" name="Google Shape;3463;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8" name="Shape 3468"/>
        <p:cNvGrpSpPr/>
        <p:nvPr/>
      </p:nvGrpSpPr>
      <p:grpSpPr>
        <a:xfrm>
          <a:off x="0" y="0"/>
          <a:ext cx="0" cy="0"/>
          <a:chOff x="0" y="0"/>
          <a:chExt cx="0" cy="0"/>
        </a:xfrm>
      </p:grpSpPr>
      <p:sp>
        <p:nvSpPr>
          <p:cNvPr id="3469" name="Google Shape;346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70" name="Google Shape;3470;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1" name="Google Shape;3471;p5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8" name="Shape 3478"/>
        <p:cNvGrpSpPr/>
        <p:nvPr/>
      </p:nvGrpSpPr>
      <p:grpSpPr>
        <a:xfrm>
          <a:off x="0" y="0"/>
          <a:ext cx="0" cy="0"/>
          <a:chOff x="0" y="0"/>
          <a:chExt cx="0" cy="0"/>
        </a:xfrm>
      </p:grpSpPr>
      <p:sp>
        <p:nvSpPr>
          <p:cNvPr id="3479" name="Google Shape;3479;g2a91b469c0f_1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80" name="Google Shape;3480;g2a91b469c0f_1_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81" name="Google Shape;3481;g2a91b469c0f_1_1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7" name="Shape 3487"/>
        <p:cNvGrpSpPr/>
        <p:nvPr/>
      </p:nvGrpSpPr>
      <p:grpSpPr>
        <a:xfrm>
          <a:off x="0" y="0"/>
          <a:ext cx="0" cy="0"/>
          <a:chOff x="0" y="0"/>
          <a:chExt cx="0" cy="0"/>
        </a:xfrm>
      </p:grpSpPr>
      <p:sp>
        <p:nvSpPr>
          <p:cNvPr id="3488" name="Google Shape;3488;p59: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89" name="Google Shape;3489;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2" name="Shape 3492"/>
        <p:cNvGrpSpPr/>
        <p:nvPr/>
      </p:nvGrpSpPr>
      <p:grpSpPr>
        <a:xfrm>
          <a:off x="0" y="0"/>
          <a:ext cx="0" cy="0"/>
          <a:chOff x="0" y="0"/>
          <a:chExt cx="0" cy="0"/>
        </a:xfrm>
      </p:grpSpPr>
      <p:sp>
        <p:nvSpPr>
          <p:cNvPr id="3493" name="Google Shape;3493;p6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494" name="Google Shape;3494;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5" name="Google Shape;3495;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4" name="Shape 3504"/>
        <p:cNvGrpSpPr/>
        <p:nvPr/>
      </p:nvGrpSpPr>
      <p:grpSpPr>
        <a:xfrm>
          <a:off x="0" y="0"/>
          <a:ext cx="0" cy="0"/>
          <a:chOff x="0" y="0"/>
          <a:chExt cx="0" cy="0"/>
        </a:xfrm>
      </p:grpSpPr>
      <p:sp>
        <p:nvSpPr>
          <p:cNvPr id="3505" name="Google Shape;3505;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06" name="Google Shape;3506;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8" name="Shape 3608"/>
        <p:cNvGrpSpPr/>
        <p:nvPr/>
      </p:nvGrpSpPr>
      <p:grpSpPr>
        <a:xfrm>
          <a:off x="0" y="0"/>
          <a:ext cx="0" cy="0"/>
          <a:chOff x="0" y="0"/>
          <a:chExt cx="0" cy="0"/>
        </a:xfrm>
      </p:grpSpPr>
      <p:sp>
        <p:nvSpPr>
          <p:cNvPr id="3609" name="Google Shape;3609;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10" name="Google Shape;3610;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6" name="Shape 3696"/>
        <p:cNvGrpSpPr/>
        <p:nvPr/>
      </p:nvGrpSpPr>
      <p:grpSpPr>
        <a:xfrm>
          <a:off x="0" y="0"/>
          <a:ext cx="0" cy="0"/>
          <a:chOff x="0" y="0"/>
          <a:chExt cx="0" cy="0"/>
        </a:xfrm>
      </p:grpSpPr>
      <p:sp>
        <p:nvSpPr>
          <p:cNvPr id="3697" name="Google Shape;369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98" name="Google Shape;3698;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9" name="Google Shape;3699;p6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4" name="Shape 3704"/>
        <p:cNvGrpSpPr/>
        <p:nvPr/>
      </p:nvGrpSpPr>
      <p:grpSpPr>
        <a:xfrm>
          <a:off x="0" y="0"/>
          <a:ext cx="0" cy="0"/>
          <a:chOff x="0" y="0"/>
          <a:chExt cx="0" cy="0"/>
        </a:xfrm>
      </p:grpSpPr>
      <p:sp>
        <p:nvSpPr>
          <p:cNvPr id="3705" name="Google Shape;3705;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06" name="Google Shape;3706;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5.png"/></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66"/>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7" name="Google Shape;17;p66"/>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8" name="Google Shape;18;p66"/>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9" name="Google Shape;19;p66"/>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20" name="Google Shape;20;p66"/>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1" name="Google Shape;21;p66"/>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2" name="Google Shape;22;p66"/>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3" name="Google Shape;23;p66"/>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4" name="Google Shape;24;p66"/>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5" name="Google Shape;25;p66"/>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6" name="Google Shape;26;p66"/>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27" name="Google Shape;27;p66"/>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8" name="Google Shape;28;p66"/>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9" name="Google Shape;29;p66"/>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30" name="Google Shape;30;p66"/>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66"/>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2" name="Shape 32"/>
        <p:cNvGrpSpPr/>
        <p:nvPr/>
      </p:nvGrpSpPr>
      <p:grpSpPr>
        <a:xfrm>
          <a:off x="0" y="0"/>
          <a:ext cx="0" cy="0"/>
          <a:chOff x="0" y="0"/>
          <a:chExt cx="0" cy="0"/>
        </a:xfrm>
      </p:grpSpPr>
      <p:sp>
        <p:nvSpPr>
          <p:cNvPr id="33" name="Google Shape;33;p6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34" name="Google Shape;34;p67"/>
          <p:cNvGrpSpPr/>
          <p:nvPr/>
        </p:nvGrpSpPr>
        <p:grpSpPr>
          <a:xfrm>
            <a:off x="2084388" y="6550025"/>
            <a:ext cx="7059612" cy="49213"/>
            <a:chOff x="2083888" y="6550671"/>
            <a:chExt cx="7060112" cy="48665"/>
          </a:xfrm>
        </p:grpSpPr>
        <p:sp>
          <p:nvSpPr>
            <p:cNvPr id="35" name="Google Shape;35;p6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36" name="Google Shape;36;p6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37" name="Google Shape;37;p6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38" name="Google Shape;38;p6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9" name="Google Shape;39;p67"/>
          <p:cNvGrpSpPr/>
          <p:nvPr/>
        </p:nvGrpSpPr>
        <p:grpSpPr>
          <a:xfrm>
            <a:off x="2133600" y="6553200"/>
            <a:ext cx="7010400" cy="46038"/>
            <a:chOff x="1905000" y="6553200"/>
            <a:chExt cx="7010400" cy="45719"/>
          </a:xfrm>
        </p:grpSpPr>
        <p:sp>
          <p:nvSpPr>
            <p:cNvPr id="40" name="Google Shape;40;p6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1" name="Google Shape;41;p6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2" name="Google Shape;42;p6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43" name="Google Shape;43;p67"/>
          <p:cNvGrpSpPr/>
          <p:nvPr/>
        </p:nvGrpSpPr>
        <p:grpSpPr>
          <a:xfrm>
            <a:off x="0" y="1295400"/>
            <a:ext cx="7010400" cy="46038"/>
            <a:chOff x="1905000" y="6553200"/>
            <a:chExt cx="7010400" cy="45719"/>
          </a:xfrm>
        </p:grpSpPr>
        <p:sp>
          <p:nvSpPr>
            <p:cNvPr id="44" name="Google Shape;44;p6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5" name="Google Shape;45;p6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6" name="Google Shape;46;p6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sp>
        <p:nvSpPr>
          <p:cNvPr id="47" name="Google Shape;47;p6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 name="Google Shape;48;p6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105"/>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51" name="Google Shape;51;p105"/>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52" name="Google Shape;52;p105"/>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53" name="Google Shape;53;p105"/>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54" name="Google Shape;54;p105"/>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55" name="Google Shape;55;p105"/>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56" name="Google Shape;56;p105"/>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57" name="Google Shape;57;p105"/>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8" name="Shape 58"/>
        <p:cNvGrpSpPr/>
        <p:nvPr/>
      </p:nvGrpSpPr>
      <p:grpSpPr>
        <a:xfrm>
          <a:off x="0" y="0"/>
          <a:ext cx="0" cy="0"/>
          <a:chOff x="0" y="0"/>
          <a:chExt cx="0" cy="0"/>
        </a:xfrm>
      </p:grpSpPr>
      <p:pic>
        <p:nvPicPr>
          <p:cNvPr descr="\\Server\D\jyoti\FI023_BITS_v1\styleguide img\IMG_5627_b.jpg" id="59" name="Google Shape;59;p106"/>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60" name="Google Shape;60;p106"/>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Picture 7.png" id="61" name="Google Shape;61;p106"/>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62" name="Google Shape;62;p106"/>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63" name="Google Shape;63;p106"/>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64" name="Google Shape;64;p106"/>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65" name="Google Shape;65;p106"/>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66" name="Google Shape;66;p106"/>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67" name="Google Shape;67;p106"/>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8" name="Shape 68"/>
        <p:cNvGrpSpPr/>
        <p:nvPr/>
      </p:nvGrpSpPr>
      <p:grpSpPr>
        <a:xfrm>
          <a:off x="0" y="0"/>
          <a:ext cx="0" cy="0"/>
          <a:chOff x="0" y="0"/>
          <a:chExt cx="0" cy="0"/>
        </a:xfrm>
      </p:grpSpPr>
      <p:pic>
        <p:nvPicPr>
          <p:cNvPr descr="Picture 7.png" id="69" name="Google Shape;69;p10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70" name="Google Shape;70;p107"/>
          <p:cNvGrpSpPr/>
          <p:nvPr/>
        </p:nvGrpSpPr>
        <p:grpSpPr>
          <a:xfrm>
            <a:off x="0" y="1295400"/>
            <a:ext cx="7010400" cy="46038"/>
            <a:chOff x="1905000" y="6553200"/>
            <a:chExt cx="7010400" cy="45719"/>
          </a:xfrm>
        </p:grpSpPr>
        <p:sp>
          <p:nvSpPr>
            <p:cNvPr id="71" name="Google Shape;71;p10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72" name="Google Shape;72;p10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73" name="Google Shape;73;p10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74" name="Google Shape;74;p107"/>
          <p:cNvGrpSpPr/>
          <p:nvPr/>
        </p:nvGrpSpPr>
        <p:grpSpPr>
          <a:xfrm>
            <a:off x="2133600" y="6553200"/>
            <a:ext cx="7010400" cy="46038"/>
            <a:chOff x="1905000" y="6553200"/>
            <a:chExt cx="7010400" cy="45719"/>
          </a:xfrm>
        </p:grpSpPr>
        <p:sp>
          <p:nvSpPr>
            <p:cNvPr id="75" name="Google Shape;75;p10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76" name="Google Shape;76;p10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77" name="Google Shape;77;p10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sp>
        <p:nvSpPr>
          <p:cNvPr id="78" name="Google Shape;78;p10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79" name="Google Shape;79;p10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0" name="Google Shape;80;p107"/>
          <p:cNvSpPr txBox="1"/>
          <p:nvPr>
            <p:ph idx="2" type="body"/>
          </p:nvPr>
        </p:nvSpPr>
        <p:spPr>
          <a:xfrm>
            <a:off x="49530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1" name="Google Shape;81;p107"/>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82" name="Shape 82"/>
        <p:cNvGrpSpPr/>
        <p:nvPr/>
      </p:nvGrpSpPr>
      <p:grpSpPr>
        <a:xfrm>
          <a:off x="0" y="0"/>
          <a:ext cx="0" cy="0"/>
          <a:chOff x="0" y="0"/>
          <a:chExt cx="0" cy="0"/>
        </a:xfrm>
      </p:grpSpPr>
      <p:grpSp>
        <p:nvGrpSpPr>
          <p:cNvPr id="83" name="Google Shape;83;p108"/>
          <p:cNvGrpSpPr/>
          <p:nvPr/>
        </p:nvGrpSpPr>
        <p:grpSpPr>
          <a:xfrm>
            <a:off x="0" y="1295400"/>
            <a:ext cx="7010400" cy="46038"/>
            <a:chOff x="1905000" y="6553200"/>
            <a:chExt cx="7010400" cy="45719"/>
          </a:xfrm>
        </p:grpSpPr>
        <p:sp>
          <p:nvSpPr>
            <p:cNvPr id="84" name="Google Shape;84;p1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85" name="Google Shape;85;p1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86" name="Google Shape;86;p1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87" name="Google Shape;87;p108"/>
          <p:cNvGrpSpPr/>
          <p:nvPr/>
        </p:nvGrpSpPr>
        <p:grpSpPr>
          <a:xfrm>
            <a:off x="2133600" y="6553200"/>
            <a:ext cx="7010400" cy="46038"/>
            <a:chOff x="1905000" y="6553200"/>
            <a:chExt cx="7010400" cy="45719"/>
          </a:xfrm>
        </p:grpSpPr>
        <p:sp>
          <p:nvSpPr>
            <p:cNvPr id="88" name="Google Shape;88;p1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89" name="Google Shape;89;p1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90" name="Google Shape;90;p1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91" name="Google Shape;91;p10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92" name="Google Shape;92;p10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93" name="Google Shape;93;p108"/>
          <p:cNvSpPr txBox="1"/>
          <p:nvPr>
            <p:ph idx="1" type="body"/>
          </p:nvPr>
        </p:nvSpPr>
        <p:spPr>
          <a:xfrm>
            <a:off x="457200" y="1535112"/>
            <a:ext cx="4040188"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4" name="Google Shape;94;p108"/>
          <p:cNvSpPr txBox="1"/>
          <p:nvPr>
            <p:ph idx="2" type="body"/>
          </p:nvPr>
        </p:nvSpPr>
        <p:spPr>
          <a:xfrm>
            <a:off x="457200" y="2362199"/>
            <a:ext cx="4040188"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5" name="Google Shape;95;p108"/>
          <p:cNvSpPr txBox="1"/>
          <p:nvPr>
            <p:ph idx="3" type="body"/>
          </p:nvPr>
        </p:nvSpPr>
        <p:spPr>
          <a:xfrm>
            <a:off x="4645025" y="1535112"/>
            <a:ext cx="4041775"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6" name="Google Shape;96;p108"/>
          <p:cNvSpPr txBox="1"/>
          <p:nvPr>
            <p:ph idx="4" type="body"/>
          </p:nvPr>
        </p:nvSpPr>
        <p:spPr>
          <a:xfrm>
            <a:off x="4645025" y="2362199"/>
            <a:ext cx="4041775"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7" name="Google Shape;97;p108"/>
          <p:cNvSpPr txBox="1"/>
          <p:nvPr>
            <p:ph idx="5"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8" name="Shape 98"/>
        <p:cNvGrpSpPr/>
        <p:nvPr/>
      </p:nvGrpSpPr>
      <p:grpSpPr>
        <a:xfrm>
          <a:off x="0" y="0"/>
          <a:ext cx="0" cy="0"/>
          <a:chOff x="0" y="0"/>
          <a:chExt cx="0" cy="0"/>
        </a:xfrm>
      </p:grpSpPr>
      <p:grpSp>
        <p:nvGrpSpPr>
          <p:cNvPr id="99" name="Google Shape;99;p109"/>
          <p:cNvGrpSpPr/>
          <p:nvPr/>
        </p:nvGrpSpPr>
        <p:grpSpPr>
          <a:xfrm>
            <a:off x="0" y="1295400"/>
            <a:ext cx="7010400" cy="46038"/>
            <a:chOff x="1905000" y="6553200"/>
            <a:chExt cx="7010400" cy="45719"/>
          </a:xfrm>
        </p:grpSpPr>
        <p:sp>
          <p:nvSpPr>
            <p:cNvPr id="100" name="Google Shape;100;p1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1" name="Google Shape;101;p1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2" name="Google Shape;102;p1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03" name="Google Shape;103;p109"/>
          <p:cNvGrpSpPr/>
          <p:nvPr/>
        </p:nvGrpSpPr>
        <p:grpSpPr>
          <a:xfrm>
            <a:off x="2133600" y="6553200"/>
            <a:ext cx="7010400" cy="46038"/>
            <a:chOff x="1905000" y="6553200"/>
            <a:chExt cx="7010400" cy="45719"/>
          </a:xfrm>
        </p:grpSpPr>
        <p:sp>
          <p:nvSpPr>
            <p:cNvPr id="104" name="Google Shape;104;p1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5" name="Google Shape;105;p1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6" name="Google Shape;106;p1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07" name="Google Shape;107;p10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08" name="Google Shape;108;p10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09" name="Google Shape;109;p109"/>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10" name="Shape 110"/>
        <p:cNvGrpSpPr/>
        <p:nvPr/>
      </p:nvGrpSpPr>
      <p:grpSpPr>
        <a:xfrm>
          <a:off x="0" y="0"/>
          <a:ext cx="0" cy="0"/>
          <a:chOff x="0" y="0"/>
          <a:chExt cx="0" cy="0"/>
        </a:xfrm>
      </p:grpSpPr>
      <p:grpSp>
        <p:nvGrpSpPr>
          <p:cNvPr id="111" name="Google Shape;111;p110"/>
          <p:cNvGrpSpPr/>
          <p:nvPr/>
        </p:nvGrpSpPr>
        <p:grpSpPr>
          <a:xfrm>
            <a:off x="0" y="1295400"/>
            <a:ext cx="7010400" cy="46038"/>
            <a:chOff x="1905000" y="6553200"/>
            <a:chExt cx="7010400" cy="45719"/>
          </a:xfrm>
        </p:grpSpPr>
        <p:sp>
          <p:nvSpPr>
            <p:cNvPr id="112" name="Google Shape;112;p11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13" name="Google Shape;113;p11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14" name="Google Shape;114;p11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15" name="Google Shape;115;p110"/>
          <p:cNvGrpSpPr/>
          <p:nvPr/>
        </p:nvGrpSpPr>
        <p:grpSpPr>
          <a:xfrm>
            <a:off x="2133600" y="6553200"/>
            <a:ext cx="7010400" cy="46038"/>
            <a:chOff x="1905000" y="6553200"/>
            <a:chExt cx="7010400" cy="45719"/>
          </a:xfrm>
        </p:grpSpPr>
        <p:sp>
          <p:nvSpPr>
            <p:cNvPr id="116" name="Google Shape;116;p11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17" name="Google Shape;117;p11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18" name="Google Shape;118;p11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19" name="Google Shape;119;p11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20" name="Google Shape;120;p11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21" name="Google Shape;121;p110"/>
          <p:cNvSpPr txBox="1"/>
          <p:nvPr>
            <p:ph idx="1" type="body"/>
          </p:nvPr>
        </p:nvSpPr>
        <p:spPr>
          <a:xfrm>
            <a:off x="3575050" y="1600200"/>
            <a:ext cx="511175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22" name="Google Shape;122;p110"/>
          <p:cNvSpPr txBox="1"/>
          <p:nvPr>
            <p:ph idx="2" type="body"/>
          </p:nvPr>
        </p:nvSpPr>
        <p:spPr>
          <a:xfrm>
            <a:off x="457200" y="1600200"/>
            <a:ext cx="3008313" cy="45259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23" name="Google Shape;123;p110"/>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24" name="Shape 124"/>
        <p:cNvGrpSpPr/>
        <p:nvPr/>
      </p:nvGrpSpPr>
      <p:grpSpPr>
        <a:xfrm>
          <a:off x="0" y="0"/>
          <a:ext cx="0" cy="0"/>
          <a:chOff x="0" y="0"/>
          <a:chExt cx="0" cy="0"/>
        </a:xfrm>
      </p:grpSpPr>
      <p:grpSp>
        <p:nvGrpSpPr>
          <p:cNvPr id="125" name="Google Shape;125;p111"/>
          <p:cNvGrpSpPr/>
          <p:nvPr/>
        </p:nvGrpSpPr>
        <p:grpSpPr>
          <a:xfrm>
            <a:off x="0" y="1295400"/>
            <a:ext cx="7010400" cy="46038"/>
            <a:chOff x="1905000" y="6553200"/>
            <a:chExt cx="7010400" cy="45719"/>
          </a:xfrm>
        </p:grpSpPr>
        <p:sp>
          <p:nvSpPr>
            <p:cNvPr id="126" name="Google Shape;126;p11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27" name="Google Shape;127;p11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28" name="Google Shape;128;p11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29" name="Google Shape;129;p111"/>
          <p:cNvGrpSpPr/>
          <p:nvPr/>
        </p:nvGrpSpPr>
        <p:grpSpPr>
          <a:xfrm>
            <a:off x="2133600" y="6553200"/>
            <a:ext cx="7010400" cy="46038"/>
            <a:chOff x="1905000" y="6553200"/>
            <a:chExt cx="7010400" cy="45719"/>
          </a:xfrm>
        </p:grpSpPr>
        <p:sp>
          <p:nvSpPr>
            <p:cNvPr id="130" name="Google Shape;130;p11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31" name="Google Shape;131;p11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32" name="Google Shape;132;p11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33" name="Google Shape;133;p11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34" name="Google Shape;134;p11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35" name="Google Shape;135;p111"/>
          <p:cNvSpPr txBox="1"/>
          <p:nvPr>
            <p:ph type="title"/>
          </p:nvPr>
        </p:nvSpPr>
        <p:spPr>
          <a:xfrm>
            <a:off x="1792288" y="5407025"/>
            <a:ext cx="5486400" cy="304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11"/>
          <p:cNvSpPr/>
          <p:nvPr>
            <p:ph idx="2" type="pic"/>
          </p:nvPr>
        </p:nvSpPr>
        <p:spPr>
          <a:xfrm>
            <a:off x="1792288" y="1828800"/>
            <a:ext cx="5486400" cy="3429000"/>
          </a:xfrm>
          <a:prstGeom prst="rect">
            <a:avLst/>
          </a:prstGeom>
          <a:solidFill>
            <a:schemeClr val="lt1"/>
          </a:solidFill>
          <a:ln cap="flat" cmpd="sng" w="57150">
            <a:solidFill>
              <a:srgbClr val="DAE5F1"/>
            </a:solidFill>
            <a:prstDash val="solid"/>
            <a:round/>
            <a:headEnd len="sm" w="sm" type="none"/>
            <a:tailEnd len="sm" w="sm" type="none"/>
          </a:ln>
        </p:spPr>
      </p:sp>
      <p:sp>
        <p:nvSpPr>
          <p:cNvPr id="137" name="Google Shape;137;p111"/>
          <p:cNvSpPr txBox="1"/>
          <p:nvPr>
            <p:ph idx="1" type="body"/>
          </p:nvPr>
        </p:nvSpPr>
        <p:spPr>
          <a:xfrm>
            <a:off x="1792288" y="5711825"/>
            <a:ext cx="5486400" cy="304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8" name="Google Shape;138;p111"/>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139" name="Shape 139"/>
        <p:cNvGrpSpPr/>
        <p:nvPr/>
      </p:nvGrpSpPr>
      <p:grpSpPr>
        <a:xfrm>
          <a:off x="0" y="0"/>
          <a:ext cx="0" cy="0"/>
          <a:chOff x="0" y="0"/>
          <a:chExt cx="0" cy="0"/>
        </a:xfrm>
      </p:grpSpPr>
      <p:grpSp>
        <p:nvGrpSpPr>
          <p:cNvPr id="140" name="Google Shape;140;p112"/>
          <p:cNvGrpSpPr/>
          <p:nvPr/>
        </p:nvGrpSpPr>
        <p:grpSpPr>
          <a:xfrm>
            <a:off x="0" y="1295400"/>
            <a:ext cx="7010400" cy="46038"/>
            <a:chOff x="1905000" y="6553200"/>
            <a:chExt cx="7010400" cy="45719"/>
          </a:xfrm>
        </p:grpSpPr>
        <p:sp>
          <p:nvSpPr>
            <p:cNvPr id="141" name="Google Shape;141;p11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2" name="Google Shape;142;p11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3" name="Google Shape;143;p11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44" name="Google Shape;144;p112"/>
          <p:cNvGrpSpPr/>
          <p:nvPr/>
        </p:nvGrpSpPr>
        <p:grpSpPr>
          <a:xfrm>
            <a:off x="2133600" y="6553200"/>
            <a:ext cx="7010400" cy="46038"/>
            <a:chOff x="1905000" y="6553200"/>
            <a:chExt cx="7010400" cy="45719"/>
          </a:xfrm>
        </p:grpSpPr>
        <p:sp>
          <p:nvSpPr>
            <p:cNvPr id="145" name="Google Shape;145;p11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6" name="Google Shape;146;p11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7" name="Google Shape;147;p11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48" name="Google Shape;148;p11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49" name="Google Shape;149;p11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50" name="Google Shape;150;p1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1" name="Google Shape;151;p11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152" name="Shape 152"/>
        <p:cNvGrpSpPr/>
        <p:nvPr/>
      </p:nvGrpSpPr>
      <p:grpSpPr>
        <a:xfrm>
          <a:off x="0" y="0"/>
          <a:ext cx="0" cy="0"/>
          <a:chOff x="0" y="0"/>
          <a:chExt cx="0" cy="0"/>
        </a:xfrm>
      </p:grpSpPr>
      <p:grpSp>
        <p:nvGrpSpPr>
          <p:cNvPr id="153" name="Google Shape;153;p113"/>
          <p:cNvGrpSpPr/>
          <p:nvPr/>
        </p:nvGrpSpPr>
        <p:grpSpPr>
          <a:xfrm rot="5400000">
            <a:off x="5006182" y="2567781"/>
            <a:ext cx="5181600" cy="46037"/>
            <a:chOff x="1905000" y="6553200"/>
            <a:chExt cx="7010400" cy="45719"/>
          </a:xfrm>
        </p:grpSpPr>
        <p:sp>
          <p:nvSpPr>
            <p:cNvPr id="154" name="Google Shape;154;p113"/>
            <p:cNvSpPr/>
            <p:nvPr/>
          </p:nvSpPr>
          <p:spPr>
            <a:xfrm>
              <a:off x="4267574" y="6553200"/>
              <a:ext cx="2328209"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55" name="Google Shape;155;p113"/>
            <p:cNvSpPr/>
            <p:nvPr/>
          </p:nvSpPr>
          <p:spPr>
            <a:xfrm>
              <a:off x="1905000" y="6553200"/>
              <a:ext cx="2362574"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56" name="Google Shape;156;p113"/>
            <p:cNvSpPr/>
            <p:nvPr/>
          </p:nvSpPr>
          <p:spPr>
            <a:xfrm>
              <a:off x="6587191" y="6553200"/>
              <a:ext cx="2328209"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57" name="Google Shape;157;p113"/>
          <p:cNvPicPr preferRelativeResize="0"/>
          <p:nvPr/>
        </p:nvPicPr>
        <p:blipFill rotWithShape="1">
          <a:blip r:embed="rId2">
            <a:alphaModFix/>
          </a:blip>
          <a:srcRect b="0" l="5336" r="0" t="1923"/>
          <a:stretch/>
        </p:blipFill>
        <p:spPr>
          <a:xfrm>
            <a:off x="-7938" y="381000"/>
            <a:ext cx="692151" cy="2193925"/>
          </a:xfrm>
          <a:prstGeom prst="rect">
            <a:avLst/>
          </a:prstGeom>
          <a:noFill/>
          <a:ln>
            <a:noFill/>
          </a:ln>
        </p:spPr>
      </p:pic>
      <p:sp>
        <p:nvSpPr>
          <p:cNvPr id="158" name="Google Shape;158;p113"/>
          <p:cNvSpPr txBox="1"/>
          <p:nvPr/>
        </p:nvSpPr>
        <p:spPr>
          <a:xfrm rot="5400000">
            <a:off x="-2794793" y="3809206"/>
            <a:ext cx="5867400" cy="2301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101141"/>
                </a:solidFill>
                <a:latin typeface="Arial"/>
                <a:ea typeface="Arial"/>
                <a:cs typeface="Arial"/>
                <a:sym typeface="Arial"/>
              </a:rPr>
              <a:t>BITS </a:t>
            </a:r>
            <a:r>
              <a:rPr b="0" i="0" lang="en-US" sz="9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59" name="Google Shape;159;p113"/>
          <p:cNvSpPr txBox="1"/>
          <p:nvPr>
            <p:ph idx="1" type="body"/>
          </p:nvPr>
        </p:nvSpPr>
        <p:spPr>
          <a:xfrm rot="5400000">
            <a:off x="1303338" y="296862"/>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0" name="Google Shape;160;p113"/>
          <p:cNvSpPr txBox="1"/>
          <p:nvPr>
            <p:ph idx="2" type="body"/>
          </p:nvPr>
        </p:nvSpPr>
        <p:spPr>
          <a:xfrm rot="5400000">
            <a:off x="5410200" y="2743200"/>
            <a:ext cx="58674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bg>
      <p:bgPr>
        <a:blipFill>
          <a:blip r:embed="rId2">
            <a:alphaModFix/>
          </a:blip>
          <a:stretch>
            <a:fillRect/>
          </a:stretch>
        </a:blipFill>
      </p:bgPr>
    </p:bg>
    <p:spTree>
      <p:nvGrpSpPr>
        <p:cNvPr id="161" name="Shape 161"/>
        <p:cNvGrpSpPr/>
        <p:nvPr/>
      </p:nvGrpSpPr>
      <p:grpSpPr>
        <a:xfrm>
          <a:off x="0" y="0"/>
          <a:ext cx="0" cy="0"/>
          <a:chOff x="0" y="0"/>
          <a:chExt cx="0" cy="0"/>
        </a:xfrm>
      </p:grpSpPr>
      <p:sp>
        <p:nvSpPr>
          <p:cNvPr id="162" name="Google Shape;162;p11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63" name="Google Shape;163;p11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64" name="Google Shape;164;p11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65" name="Google Shape;165;p11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166" name="Google Shape;166;p114"/>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67" name="Google Shape;167;p114"/>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68" name="Google Shape;168;p114"/>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69" name="Google Shape;169;p114"/>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0" name="Google Shape;170;p114"/>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171" name="Shape 171"/>
        <p:cNvGrpSpPr/>
        <p:nvPr/>
      </p:nvGrpSpPr>
      <p:grpSpPr>
        <a:xfrm>
          <a:off x="0" y="0"/>
          <a:ext cx="0" cy="0"/>
          <a:chOff x="0" y="0"/>
          <a:chExt cx="0" cy="0"/>
        </a:xfrm>
      </p:grpSpPr>
      <p:sp>
        <p:nvSpPr>
          <p:cNvPr id="172" name="Google Shape;172;p1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1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1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87" name="Shape 187"/>
        <p:cNvGrpSpPr/>
        <p:nvPr/>
      </p:nvGrpSpPr>
      <p:grpSpPr>
        <a:xfrm>
          <a:off x="0" y="0"/>
          <a:ext cx="0" cy="0"/>
          <a:chOff x="0" y="0"/>
          <a:chExt cx="0" cy="0"/>
        </a:xfrm>
      </p:grpSpPr>
      <p:sp>
        <p:nvSpPr>
          <p:cNvPr id="188" name="Google Shape;188;p6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89" name="Google Shape;189;p69"/>
          <p:cNvGrpSpPr/>
          <p:nvPr/>
        </p:nvGrpSpPr>
        <p:grpSpPr>
          <a:xfrm>
            <a:off x="2084388" y="6550025"/>
            <a:ext cx="7059612" cy="49213"/>
            <a:chOff x="2083888" y="6550671"/>
            <a:chExt cx="7060112" cy="48665"/>
          </a:xfrm>
        </p:grpSpPr>
        <p:sp>
          <p:nvSpPr>
            <p:cNvPr id="190" name="Google Shape;190;p6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91" name="Google Shape;191;p6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92" name="Google Shape;192;p6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93" name="Google Shape;193;p6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94" name="Google Shape;194;p69"/>
          <p:cNvGrpSpPr/>
          <p:nvPr/>
        </p:nvGrpSpPr>
        <p:grpSpPr>
          <a:xfrm>
            <a:off x="2133600" y="6553200"/>
            <a:ext cx="7010400" cy="46038"/>
            <a:chOff x="1905000" y="6553200"/>
            <a:chExt cx="7010400" cy="45719"/>
          </a:xfrm>
        </p:grpSpPr>
        <p:sp>
          <p:nvSpPr>
            <p:cNvPr id="195" name="Google Shape;195;p6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96" name="Google Shape;196;p6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97" name="Google Shape;197;p6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98" name="Google Shape;198;p69"/>
          <p:cNvGrpSpPr/>
          <p:nvPr/>
        </p:nvGrpSpPr>
        <p:grpSpPr>
          <a:xfrm>
            <a:off x="0" y="1295400"/>
            <a:ext cx="7010400" cy="46038"/>
            <a:chOff x="1905000" y="6553200"/>
            <a:chExt cx="7010400" cy="45719"/>
          </a:xfrm>
        </p:grpSpPr>
        <p:sp>
          <p:nvSpPr>
            <p:cNvPr id="199" name="Google Shape;199;p6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00" name="Google Shape;200;p6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01" name="Google Shape;201;p6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sp>
        <p:nvSpPr>
          <p:cNvPr id="202" name="Google Shape;202;p6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3" name="Google Shape;203;p6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4" name="Shape 204"/>
        <p:cNvGrpSpPr/>
        <p:nvPr/>
      </p:nvGrpSpPr>
      <p:grpSpPr>
        <a:xfrm>
          <a:off x="0" y="0"/>
          <a:ext cx="0" cy="0"/>
          <a:chOff x="0" y="0"/>
          <a:chExt cx="0" cy="0"/>
        </a:xfrm>
      </p:grpSpPr>
      <p:sp>
        <p:nvSpPr>
          <p:cNvPr id="205" name="Google Shape;205;p7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6" name="Google Shape;206;p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7" name="Google Shape;207;p72"/>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8" name="Google Shape;208;p72"/>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9" name="Shape 209"/>
        <p:cNvGrpSpPr/>
        <p:nvPr/>
      </p:nvGrpSpPr>
      <p:grpSpPr>
        <a:xfrm>
          <a:off x="0" y="0"/>
          <a:ext cx="0" cy="0"/>
          <a:chOff x="0" y="0"/>
          <a:chExt cx="0" cy="0"/>
        </a:xfrm>
      </p:grpSpPr>
      <p:sp>
        <p:nvSpPr>
          <p:cNvPr id="210" name="Google Shape;210;p10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1" name="Google Shape;211;p10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2" name="Google Shape;212;p10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3" name="Google Shape;213;p10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4" name="Shape 214"/>
        <p:cNvGrpSpPr/>
        <p:nvPr/>
      </p:nvGrpSpPr>
      <p:grpSpPr>
        <a:xfrm>
          <a:off x="0" y="0"/>
          <a:ext cx="0" cy="0"/>
          <a:chOff x="0" y="0"/>
          <a:chExt cx="0" cy="0"/>
        </a:xfrm>
      </p:grpSpPr>
      <p:sp>
        <p:nvSpPr>
          <p:cNvPr id="215" name="Google Shape;215;p116"/>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6" name="Google Shape;216;p1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7" name="Google Shape;217;p11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8" name="Google Shape;218;p11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9" name="Google Shape;219;p11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20" name="Shape 220"/>
        <p:cNvGrpSpPr/>
        <p:nvPr/>
      </p:nvGrpSpPr>
      <p:grpSpPr>
        <a:xfrm>
          <a:off x="0" y="0"/>
          <a:ext cx="0" cy="0"/>
          <a:chOff x="0" y="0"/>
          <a:chExt cx="0" cy="0"/>
        </a:xfrm>
      </p:grpSpPr>
      <p:sp>
        <p:nvSpPr>
          <p:cNvPr id="221" name="Google Shape;221;p11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2" name="Google Shape;222;p1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3" name="Google Shape;223;p117"/>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24" name="Google Shape;224;p117"/>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25" name="Shape 225"/>
        <p:cNvGrpSpPr/>
        <p:nvPr/>
      </p:nvGrpSpPr>
      <p:grpSpPr>
        <a:xfrm>
          <a:off x="0" y="0"/>
          <a:ext cx="0" cy="0"/>
          <a:chOff x="0" y="0"/>
          <a:chExt cx="0" cy="0"/>
        </a:xfrm>
      </p:grpSpPr>
      <p:sp>
        <p:nvSpPr>
          <p:cNvPr id="226" name="Google Shape;226;p11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7" name="Google Shape;227;p1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8" name="Google Shape;228;p118"/>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29" name="Google Shape;229;p118"/>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0" name="Shape 230"/>
        <p:cNvGrpSpPr/>
        <p:nvPr/>
      </p:nvGrpSpPr>
      <p:grpSpPr>
        <a:xfrm>
          <a:off x="0" y="0"/>
          <a:ext cx="0" cy="0"/>
          <a:chOff x="0" y="0"/>
          <a:chExt cx="0" cy="0"/>
        </a:xfrm>
      </p:grpSpPr>
      <p:sp>
        <p:nvSpPr>
          <p:cNvPr id="231" name="Google Shape;231;p1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2" name="Google Shape;232;p1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33" name="Google Shape;233;p11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34" name="Google Shape;234;p11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35" name="Google Shape;235;p11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6" name="Shape 236"/>
        <p:cNvGrpSpPr/>
        <p:nvPr/>
      </p:nvGrpSpPr>
      <p:grpSpPr>
        <a:xfrm>
          <a:off x="0" y="0"/>
          <a:ext cx="0" cy="0"/>
          <a:chOff x="0" y="0"/>
          <a:chExt cx="0" cy="0"/>
        </a:xfrm>
      </p:grpSpPr>
      <p:sp>
        <p:nvSpPr>
          <p:cNvPr id="237" name="Google Shape;237;p12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8" name="Google Shape;238;p1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39" name="Google Shape;239;p1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40" name="Google Shape;240;p12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41" name="Google Shape;241;p12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42" name="Google Shape;242;p12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3" name="Shape 243"/>
        <p:cNvGrpSpPr/>
        <p:nvPr/>
      </p:nvGrpSpPr>
      <p:grpSpPr>
        <a:xfrm>
          <a:off x="0" y="0"/>
          <a:ext cx="0" cy="0"/>
          <a:chOff x="0" y="0"/>
          <a:chExt cx="0" cy="0"/>
        </a:xfrm>
      </p:grpSpPr>
      <p:sp>
        <p:nvSpPr>
          <p:cNvPr id="244" name="Google Shape;244;p12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5" name="Google Shape;245;p1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46" name="Google Shape;246;p1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47" name="Google Shape;247;p1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48" name="Google Shape;248;p1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49" name="Google Shape;249;p12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0" name="Google Shape;250;p12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1" name="Google Shape;251;p12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2" name="Shape 252"/>
        <p:cNvGrpSpPr/>
        <p:nvPr/>
      </p:nvGrpSpPr>
      <p:grpSpPr>
        <a:xfrm>
          <a:off x="0" y="0"/>
          <a:ext cx="0" cy="0"/>
          <a:chOff x="0" y="0"/>
          <a:chExt cx="0" cy="0"/>
        </a:xfrm>
      </p:grpSpPr>
      <p:sp>
        <p:nvSpPr>
          <p:cNvPr id="253" name="Google Shape;253;p12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4" name="Google Shape;254;p12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5" name="Google Shape;255;p12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6" name="Shape 256"/>
        <p:cNvGrpSpPr/>
        <p:nvPr/>
      </p:nvGrpSpPr>
      <p:grpSpPr>
        <a:xfrm>
          <a:off x="0" y="0"/>
          <a:ext cx="0" cy="0"/>
          <a:chOff x="0" y="0"/>
          <a:chExt cx="0" cy="0"/>
        </a:xfrm>
      </p:grpSpPr>
      <p:sp>
        <p:nvSpPr>
          <p:cNvPr id="257" name="Google Shape;257;p1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8" name="Google Shape;258;p1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59" name="Google Shape;259;p1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60" name="Google Shape;260;p1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1" name="Google Shape;261;p12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2" name="Google Shape;262;p12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63" name="Shape 263"/>
        <p:cNvGrpSpPr/>
        <p:nvPr/>
      </p:nvGrpSpPr>
      <p:grpSpPr>
        <a:xfrm>
          <a:off x="0" y="0"/>
          <a:ext cx="0" cy="0"/>
          <a:chOff x="0" y="0"/>
          <a:chExt cx="0" cy="0"/>
        </a:xfrm>
      </p:grpSpPr>
      <p:sp>
        <p:nvSpPr>
          <p:cNvPr id="264" name="Google Shape;264;p1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5" name="Google Shape;265;p124"/>
          <p:cNvSpPr/>
          <p:nvPr>
            <p:ph idx="2" type="pic"/>
          </p:nvPr>
        </p:nvSpPr>
        <p:spPr>
          <a:xfrm>
            <a:off x="1792288" y="612775"/>
            <a:ext cx="5486400" cy="4114800"/>
          </a:xfrm>
          <a:prstGeom prst="rect">
            <a:avLst/>
          </a:prstGeom>
          <a:noFill/>
          <a:ln>
            <a:noFill/>
          </a:ln>
        </p:spPr>
      </p:sp>
      <p:sp>
        <p:nvSpPr>
          <p:cNvPr id="266" name="Google Shape;266;p1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67" name="Google Shape;267;p12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8" name="Google Shape;268;p12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9" name="Google Shape;269;p12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70" name="Shape 270"/>
        <p:cNvGrpSpPr/>
        <p:nvPr/>
      </p:nvGrpSpPr>
      <p:grpSpPr>
        <a:xfrm>
          <a:off x="0" y="0"/>
          <a:ext cx="0" cy="0"/>
          <a:chOff x="0" y="0"/>
          <a:chExt cx="0" cy="0"/>
        </a:xfrm>
      </p:grpSpPr>
      <p:sp>
        <p:nvSpPr>
          <p:cNvPr id="271" name="Google Shape;271;p12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2" name="Google Shape;272;p1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3" name="Google Shape;273;p12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74" name="Google Shape;274;p12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75" name="Google Shape;275;p12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6" name="Shape 276"/>
        <p:cNvGrpSpPr/>
        <p:nvPr/>
      </p:nvGrpSpPr>
      <p:grpSpPr>
        <a:xfrm>
          <a:off x="0" y="0"/>
          <a:ext cx="0" cy="0"/>
          <a:chOff x="0" y="0"/>
          <a:chExt cx="0" cy="0"/>
        </a:xfrm>
      </p:grpSpPr>
      <p:sp>
        <p:nvSpPr>
          <p:cNvPr id="277" name="Google Shape;277;p126"/>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8" name="Google Shape;278;p1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9" name="Google Shape;279;p12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0" name="Google Shape;280;p12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1" name="Google Shape;281;p12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285" name="Shape 285"/>
        <p:cNvGrpSpPr/>
        <p:nvPr/>
      </p:nvGrpSpPr>
      <p:grpSpPr>
        <a:xfrm>
          <a:off x="0" y="0"/>
          <a:ext cx="0" cy="0"/>
          <a:chOff x="0" y="0"/>
          <a:chExt cx="0" cy="0"/>
        </a:xfrm>
      </p:grpSpPr>
      <p:sp>
        <p:nvSpPr>
          <p:cNvPr id="286" name="Google Shape;286;p71"/>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287" name="Google Shape;287;p71"/>
          <p:cNvGrpSpPr/>
          <p:nvPr/>
        </p:nvGrpSpPr>
        <p:grpSpPr>
          <a:xfrm>
            <a:off x="2084388" y="6550025"/>
            <a:ext cx="7059612" cy="49213"/>
            <a:chOff x="2083888" y="6550671"/>
            <a:chExt cx="7060112" cy="48665"/>
          </a:xfrm>
        </p:grpSpPr>
        <p:sp>
          <p:nvSpPr>
            <p:cNvPr id="288" name="Google Shape;288;p7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89" name="Google Shape;289;p7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0" name="Google Shape;290;p7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291" name="Google Shape;291;p7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292" name="Google Shape;292;p71"/>
          <p:cNvGrpSpPr/>
          <p:nvPr/>
        </p:nvGrpSpPr>
        <p:grpSpPr>
          <a:xfrm>
            <a:off x="2133600" y="6553200"/>
            <a:ext cx="7010400" cy="46038"/>
            <a:chOff x="1905000" y="6553200"/>
            <a:chExt cx="7010400" cy="45719"/>
          </a:xfrm>
        </p:grpSpPr>
        <p:sp>
          <p:nvSpPr>
            <p:cNvPr id="293" name="Google Shape;293;p7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4" name="Google Shape;294;p7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5" name="Google Shape;295;p7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96" name="Google Shape;296;p71"/>
          <p:cNvGrpSpPr/>
          <p:nvPr/>
        </p:nvGrpSpPr>
        <p:grpSpPr>
          <a:xfrm>
            <a:off x="0" y="1295400"/>
            <a:ext cx="7010400" cy="46038"/>
            <a:chOff x="1905000" y="6553200"/>
            <a:chExt cx="7010400" cy="45719"/>
          </a:xfrm>
        </p:grpSpPr>
        <p:sp>
          <p:nvSpPr>
            <p:cNvPr id="297" name="Google Shape;297;p7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8" name="Google Shape;298;p7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9" name="Google Shape;299;p7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0" name="Shape 300"/>
        <p:cNvGrpSpPr/>
        <p:nvPr/>
      </p:nvGrpSpPr>
      <p:grpSpPr>
        <a:xfrm>
          <a:off x="0" y="0"/>
          <a:ext cx="0" cy="0"/>
          <a:chOff x="0" y="0"/>
          <a:chExt cx="0" cy="0"/>
        </a:xfrm>
      </p:grpSpPr>
      <p:sp>
        <p:nvSpPr>
          <p:cNvPr id="301" name="Google Shape;301;p127"/>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02" name="Google Shape;302;p127"/>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03" name="Google Shape;303;p127"/>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04" name="Google Shape;304;p127"/>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305" name="Google Shape;305;p127"/>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306" name="Google Shape;306;p127"/>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307" name="Google Shape;307;p127"/>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308" name="Google Shape;308;p127"/>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09" name="Shape 309"/>
        <p:cNvGrpSpPr/>
        <p:nvPr/>
      </p:nvGrpSpPr>
      <p:grpSpPr>
        <a:xfrm>
          <a:off x="0" y="0"/>
          <a:ext cx="0" cy="0"/>
          <a:chOff x="0" y="0"/>
          <a:chExt cx="0" cy="0"/>
        </a:xfrm>
      </p:grpSpPr>
      <p:sp>
        <p:nvSpPr>
          <p:cNvPr id="310" name="Google Shape;310;p128"/>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11" name="Google Shape;311;p128"/>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2" name="Google Shape;312;p128"/>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3" name="Google Shape;313;p128"/>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314" name="Google Shape;314;p128"/>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315" name="Google Shape;315;p128"/>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316" name="Google Shape;316;p128"/>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317" name="Google Shape;317;p128"/>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18" name="Google Shape;318;p128"/>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9" name="Google Shape;319;p128"/>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20" name="Google Shape;320;p128"/>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321" name="Google Shape;321;p128"/>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322" name="Google Shape;322;p128"/>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323" name="Google Shape;323;p128"/>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324" name="Google Shape;324;p128"/>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5" name="Google Shape;325;p128"/>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6" name="Shape 326"/>
        <p:cNvGrpSpPr/>
        <p:nvPr/>
      </p:nvGrpSpPr>
      <p:grpSpPr>
        <a:xfrm>
          <a:off x="0" y="0"/>
          <a:ext cx="0" cy="0"/>
          <a:chOff x="0" y="0"/>
          <a:chExt cx="0" cy="0"/>
        </a:xfrm>
      </p:grpSpPr>
      <p:pic>
        <p:nvPicPr>
          <p:cNvPr descr="\\Server\D\jyoti\FI023_BITS_v1\styleguide img\IMG_5627_b.jpg" id="327" name="Google Shape;327;p129"/>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328" name="Google Shape;328;p129"/>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Picture 7.png" id="329" name="Google Shape;329;p129"/>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330" name="Google Shape;330;p129"/>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31" name="Google Shape;331;p129"/>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32" name="Google Shape;332;p129"/>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33" name="Google Shape;333;p129"/>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334" name="Google Shape;334;p129"/>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335" name="Google Shape;335;p129"/>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_one">
  <p:cSld name="3_Blank_one">
    <p:spTree>
      <p:nvGrpSpPr>
        <p:cNvPr id="336" name="Shape 336"/>
        <p:cNvGrpSpPr/>
        <p:nvPr/>
      </p:nvGrpSpPr>
      <p:grpSpPr>
        <a:xfrm>
          <a:off x="0" y="0"/>
          <a:ext cx="0" cy="0"/>
          <a:chOff x="0" y="0"/>
          <a:chExt cx="0" cy="0"/>
        </a:xfrm>
      </p:grpSpPr>
      <p:sp>
        <p:nvSpPr>
          <p:cNvPr id="337" name="Google Shape;337;p130"/>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338" name="Google Shape;338;p130"/>
          <p:cNvGrpSpPr/>
          <p:nvPr/>
        </p:nvGrpSpPr>
        <p:grpSpPr>
          <a:xfrm>
            <a:off x="2084388" y="6550025"/>
            <a:ext cx="7059612" cy="49213"/>
            <a:chOff x="2083888" y="6550671"/>
            <a:chExt cx="7060112" cy="48665"/>
          </a:xfrm>
        </p:grpSpPr>
        <p:sp>
          <p:nvSpPr>
            <p:cNvPr id="339" name="Google Shape;339;p13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40" name="Google Shape;340;p13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41" name="Google Shape;341;p13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342" name="Google Shape;342;p13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43" name="Google Shape;343;p130"/>
          <p:cNvGrpSpPr/>
          <p:nvPr/>
        </p:nvGrpSpPr>
        <p:grpSpPr>
          <a:xfrm>
            <a:off x="2133600" y="6553200"/>
            <a:ext cx="7010400" cy="46038"/>
            <a:chOff x="1905000" y="6553200"/>
            <a:chExt cx="7010400" cy="45719"/>
          </a:xfrm>
        </p:grpSpPr>
        <p:sp>
          <p:nvSpPr>
            <p:cNvPr id="344" name="Google Shape;344;p13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45" name="Google Shape;345;p13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46" name="Google Shape;346;p13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347" name="Google Shape;347;p130"/>
          <p:cNvGrpSpPr/>
          <p:nvPr/>
        </p:nvGrpSpPr>
        <p:grpSpPr>
          <a:xfrm>
            <a:off x="0" y="1295400"/>
            <a:ext cx="7010400" cy="46038"/>
            <a:chOff x="1905000" y="6553200"/>
            <a:chExt cx="7010400" cy="45719"/>
          </a:xfrm>
        </p:grpSpPr>
        <p:sp>
          <p:nvSpPr>
            <p:cNvPr id="348" name="Google Shape;348;p13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49" name="Google Shape;349;p13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50" name="Google Shape;350;p13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_one">
  <p:cSld name="2_Blank_one">
    <p:spTree>
      <p:nvGrpSpPr>
        <p:cNvPr id="351" name="Shape 351"/>
        <p:cNvGrpSpPr/>
        <p:nvPr/>
      </p:nvGrpSpPr>
      <p:grpSpPr>
        <a:xfrm>
          <a:off x="0" y="0"/>
          <a:ext cx="0" cy="0"/>
          <a:chOff x="0" y="0"/>
          <a:chExt cx="0" cy="0"/>
        </a:xfrm>
      </p:grpSpPr>
      <p:sp>
        <p:nvSpPr>
          <p:cNvPr id="352" name="Google Shape;352;p131"/>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353" name="Google Shape;353;p131"/>
          <p:cNvGrpSpPr/>
          <p:nvPr/>
        </p:nvGrpSpPr>
        <p:grpSpPr>
          <a:xfrm>
            <a:off x="2084388" y="6550025"/>
            <a:ext cx="7059612" cy="49213"/>
            <a:chOff x="2083888" y="6550671"/>
            <a:chExt cx="7060112" cy="48665"/>
          </a:xfrm>
        </p:grpSpPr>
        <p:sp>
          <p:nvSpPr>
            <p:cNvPr id="354" name="Google Shape;354;p13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55" name="Google Shape;355;p13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56" name="Google Shape;356;p13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357" name="Google Shape;357;p13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58" name="Google Shape;358;p131"/>
          <p:cNvGrpSpPr/>
          <p:nvPr/>
        </p:nvGrpSpPr>
        <p:grpSpPr>
          <a:xfrm>
            <a:off x="2133600" y="6553200"/>
            <a:ext cx="7010400" cy="46038"/>
            <a:chOff x="1905000" y="6553200"/>
            <a:chExt cx="7010400" cy="45719"/>
          </a:xfrm>
        </p:grpSpPr>
        <p:sp>
          <p:nvSpPr>
            <p:cNvPr id="359" name="Google Shape;359;p13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60" name="Google Shape;360;p13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61" name="Google Shape;361;p13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362" name="Google Shape;362;p131"/>
          <p:cNvGrpSpPr/>
          <p:nvPr/>
        </p:nvGrpSpPr>
        <p:grpSpPr>
          <a:xfrm>
            <a:off x="0" y="1295400"/>
            <a:ext cx="7010400" cy="46038"/>
            <a:chOff x="1905000" y="6553200"/>
            <a:chExt cx="7010400" cy="45719"/>
          </a:xfrm>
        </p:grpSpPr>
        <p:sp>
          <p:nvSpPr>
            <p:cNvPr id="363" name="Google Shape;363;p13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64" name="Google Shape;364;p13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65" name="Google Shape;365;p13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_one">
  <p:cSld name="1_Blank_one">
    <p:spTree>
      <p:nvGrpSpPr>
        <p:cNvPr id="366" name="Shape 366"/>
        <p:cNvGrpSpPr/>
        <p:nvPr/>
      </p:nvGrpSpPr>
      <p:grpSpPr>
        <a:xfrm>
          <a:off x="0" y="0"/>
          <a:ext cx="0" cy="0"/>
          <a:chOff x="0" y="0"/>
          <a:chExt cx="0" cy="0"/>
        </a:xfrm>
      </p:grpSpPr>
      <p:sp>
        <p:nvSpPr>
          <p:cNvPr id="367" name="Google Shape;367;p132"/>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368" name="Google Shape;368;p132"/>
          <p:cNvGrpSpPr/>
          <p:nvPr/>
        </p:nvGrpSpPr>
        <p:grpSpPr>
          <a:xfrm>
            <a:off x="2084388" y="6550025"/>
            <a:ext cx="7059612" cy="49213"/>
            <a:chOff x="2083888" y="6550671"/>
            <a:chExt cx="7060112" cy="48665"/>
          </a:xfrm>
        </p:grpSpPr>
        <p:sp>
          <p:nvSpPr>
            <p:cNvPr id="369" name="Google Shape;369;p13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70" name="Google Shape;370;p13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71" name="Google Shape;371;p13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372" name="Google Shape;372;p13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73" name="Google Shape;373;p132"/>
          <p:cNvGrpSpPr/>
          <p:nvPr/>
        </p:nvGrpSpPr>
        <p:grpSpPr>
          <a:xfrm>
            <a:off x="2133600" y="6553200"/>
            <a:ext cx="7010400" cy="46038"/>
            <a:chOff x="1905000" y="6553200"/>
            <a:chExt cx="7010400" cy="45719"/>
          </a:xfrm>
        </p:grpSpPr>
        <p:sp>
          <p:nvSpPr>
            <p:cNvPr id="374" name="Google Shape;374;p13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75" name="Google Shape;375;p13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76" name="Google Shape;376;p13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377" name="Google Shape;377;p132"/>
          <p:cNvGrpSpPr/>
          <p:nvPr/>
        </p:nvGrpSpPr>
        <p:grpSpPr>
          <a:xfrm>
            <a:off x="0" y="1295400"/>
            <a:ext cx="7010400" cy="46038"/>
            <a:chOff x="1905000" y="6553200"/>
            <a:chExt cx="7010400" cy="45719"/>
          </a:xfrm>
        </p:grpSpPr>
        <p:sp>
          <p:nvSpPr>
            <p:cNvPr id="378" name="Google Shape;378;p13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79" name="Google Shape;379;p13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80" name="Google Shape;380;p13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81" name="Shape 381"/>
        <p:cNvGrpSpPr/>
        <p:nvPr/>
      </p:nvGrpSpPr>
      <p:grpSpPr>
        <a:xfrm>
          <a:off x="0" y="0"/>
          <a:ext cx="0" cy="0"/>
          <a:chOff x="0" y="0"/>
          <a:chExt cx="0" cy="0"/>
        </a:xfrm>
      </p:grpSpPr>
      <p:pic>
        <p:nvPicPr>
          <p:cNvPr descr="Picture 7.png" id="382" name="Google Shape;382;p13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83" name="Google Shape;383;p133"/>
          <p:cNvGrpSpPr/>
          <p:nvPr/>
        </p:nvGrpSpPr>
        <p:grpSpPr>
          <a:xfrm>
            <a:off x="0" y="1295400"/>
            <a:ext cx="7010400" cy="46038"/>
            <a:chOff x="1905000" y="6553200"/>
            <a:chExt cx="7010400" cy="45719"/>
          </a:xfrm>
        </p:grpSpPr>
        <p:sp>
          <p:nvSpPr>
            <p:cNvPr id="384" name="Google Shape;384;p13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85" name="Google Shape;385;p13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86" name="Google Shape;386;p13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387" name="Google Shape;387;p133"/>
          <p:cNvGrpSpPr/>
          <p:nvPr/>
        </p:nvGrpSpPr>
        <p:grpSpPr>
          <a:xfrm>
            <a:off x="2133600" y="6553200"/>
            <a:ext cx="7010400" cy="46038"/>
            <a:chOff x="1905000" y="6553200"/>
            <a:chExt cx="7010400" cy="45719"/>
          </a:xfrm>
        </p:grpSpPr>
        <p:sp>
          <p:nvSpPr>
            <p:cNvPr id="388" name="Google Shape;388;p13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89" name="Google Shape;389;p13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90" name="Google Shape;390;p13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391" name="Google Shape;391;p13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392" name="Google Shape;392;p1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3" name="Google Shape;393;p133"/>
          <p:cNvSpPr txBox="1"/>
          <p:nvPr>
            <p:ph idx="2" type="body"/>
          </p:nvPr>
        </p:nvSpPr>
        <p:spPr>
          <a:xfrm>
            <a:off x="49530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4" name="Google Shape;394;p133"/>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95" name="Shape 395"/>
        <p:cNvGrpSpPr/>
        <p:nvPr/>
      </p:nvGrpSpPr>
      <p:grpSpPr>
        <a:xfrm>
          <a:off x="0" y="0"/>
          <a:ext cx="0" cy="0"/>
          <a:chOff x="0" y="0"/>
          <a:chExt cx="0" cy="0"/>
        </a:xfrm>
      </p:grpSpPr>
      <p:grpSp>
        <p:nvGrpSpPr>
          <p:cNvPr id="396" name="Google Shape;396;p134"/>
          <p:cNvGrpSpPr/>
          <p:nvPr/>
        </p:nvGrpSpPr>
        <p:grpSpPr>
          <a:xfrm>
            <a:off x="0" y="1295400"/>
            <a:ext cx="7010400" cy="46038"/>
            <a:chOff x="1905000" y="6553200"/>
            <a:chExt cx="7010400" cy="45719"/>
          </a:xfrm>
        </p:grpSpPr>
        <p:sp>
          <p:nvSpPr>
            <p:cNvPr id="397" name="Google Shape;397;p13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98" name="Google Shape;398;p13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99" name="Google Shape;399;p13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400" name="Google Shape;400;p134"/>
          <p:cNvGrpSpPr/>
          <p:nvPr/>
        </p:nvGrpSpPr>
        <p:grpSpPr>
          <a:xfrm>
            <a:off x="2133600" y="6553200"/>
            <a:ext cx="7010400" cy="46038"/>
            <a:chOff x="1905000" y="6553200"/>
            <a:chExt cx="7010400" cy="45719"/>
          </a:xfrm>
        </p:grpSpPr>
        <p:sp>
          <p:nvSpPr>
            <p:cNvPr id="401" name="Google Shape;401;p13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02" name="Google Shape;402;p13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03" name="Google Shape;403;p13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404" name="Google Shape;404;p13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405" name="Google Shape;405;p13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406" name="Google Shape;406;p134"/>
          <p:cNvSpPr txBox="1"/>
          <p:nvPr>
            <p:ph idx="1" type="body"/>
          </p:nvPr>
        </p:nvSpPr>
        <p:spPr>
          <a:xfrm>
            <a:off x="457200" y="1535112"/>
            <a:ext cx="4040188"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07" name="Google Shape;407;p134"/>
          <p:cNvSpPr txBox="1"/>
          <p:nvPr>
            <p:ph idx="2" type="body"/>
          </p:nvPr>
        </p:nvSpPr>
        <p:spPr>
          <a:xfrm>
            <a:off x="457200" y="2362199"/>
            <a:ext cx="4040188"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8" name="Google Shape;408;p134"/>
          <p:cNvSpPr txBox="1"/>
          <p:nvPr>
            <p:ph idx="3" type="body"/>
          </p:nvPr>
        </p:nvSpPr>
        <p:spPr>
          <a:xfrm>
            <a:off x="4645025" y="1535112"/>
            <a:ext cx="4041775"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09" name="Google Shape;409;p134"/>
          <p:cNvSpPr txBox="1"/>
          <p:nvPr>
            <p:ph idx="4" type="body"/>
          </p:nvPr>
        </p:nvSpPr>
        <p:spPr>
          <a:xfrm>
            <a:off x="4645025" y="2362199"/>
            <a:ext cx="4041775"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10" name="Google Shape;410;p134"/>
          <p:cNvSpPr txBox="1"/>
          <p:nvPr>
            <p:ph idx="5"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11" name="Shape 411"/>
        <p:cNvGrpSpPr/>
        <p:nvPr/>
      </p:nvGrpSpPr>
      <p:grpSpPr>
        <a:xfrm>
          <a:off x="0" y="0"/>
          <a:ext cx="0" cy="0"/>
          <a:chOff x="0" y="0"/>
          <a:chExt cx="0" cy="0"/>
        </a:xfrm>
      </p:grpSpPr>
      <p:grpSp>
        <p:nvGrpSpPr>
          <p:cNvPr id="412" name="Google Shape;412;p135"/>
          <p:cNvGrpSpPr/>
          <p:nvPr/>
        </p:nvGrpSpPr>
        <p:grpSpPr>
          <a:xfrm>
            <a:off x="0" y="1295400"/>
            <a:ext cx="7010400" cy="46038"/>
            <a:chOff x="1905000" y="6553200"/>
            <a:chExt cx="7010400" cy="45719"/>
          </a:xfrm>
        </p:grpSpPr>
        <p:sp>
          <p:nvSpPr>
            <p:cNvPr id="413" name="Google Shape;413;p13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14" name="Google Shape;414;p13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15" name="Google Shape;415;p13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416" name="Google Shape;416;p135"/>
          <p:cNvGrpSpPr/>
          <p:nvPr/>
        </p:nvGrpSpPr>
        <p:grpSpPr>
          <a:xfrm>
            <a:off x="2133600" y="6553200"/>
            <a:ext cx="7010400" cy="46038"/>
            <a:chOff x="1905000" y="6553200"/>
            <a:chExt cx="7010400" cy="45719"/>
          </a:xfrm>
        </p:grpSpPr>
        <p:sp>
          <p:nvSpPr>
            <p:cNvPr id="417" name="Google Shape;417;p13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18" name="Google Shape;418;p13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19" name="Google Shape;419;p13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420" name="Google Shape;420;p135"/>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421" name="Google Shape;421;p135"/>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422" name="Google Shape;422;p135"/>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423" name="Shape 423"/>
        <p:cNvGrpSpPr/>
        <p:nvPr/>
      </p:nvGrpSpPr>
      <p:grpSpPr>
        <a:xfrm>
          <a:off x="0" y="0"/>
          <a:ext cx="0" cy="0"/>
          <a:chOff x="0" y="0"/>
          <a:chExt cx="0" cy="0"/>
        </a:xfrm>
      </p:grpSpPr>
      <p:grpSp>
        <p:nvGrpSpPr>
          <p:cNvPr id="424" name="Google Shape;424;p136"/>
          <p:cNvGrpSpPr/>
          <p:nvPr/>
        </p:nvGrpSpPr>
        <p:grpSpPr>
          <a:xfrm>
            <a:off x="0" y="1295400"/>
            <a:ext cx="7010400" cy="46038"/>
            <a:chOff x="1905000" y="6553200"/>
            <a:chExt cx="7010400" cy="45719"/>
          </a:xfrm>
        </p:grpSpPr>
        <p:sp>
          <p:nvSpPr>
            <p:cNvPr id="425" name="Google Shape;425;p13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26" name="Google Shape;426;p13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27" name="Google Shape;427;p13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428" name="Google Shape;428;p136"/>
          <p:cNvGrpSpPr/>
          <p:nvPr/>
        </p:nvGrpSpPr>
        <p:grpSpPr>
          <a:xfrm>
            <a:off x="2133600" y="6553200"/>
            <a:ext cx="7010400" cy="46038"/>
            <a:chOff x="1905000" y="6553200"/>
            <a:chExt cx="7010400" cy="45719"/>
          </a:xfrm>
        </p:grpSpPr>
        <p:sp>
          <p:nvSpPr>
            <p:cNvPr id="429" name="Google Shape;429;p13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30" name="Google Shape;430;p13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31" name="Google Shape;431;p13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432" name="Google Shape;432;p136"/>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433" name="Google Shape;433;p13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434" name="Google Shape;434;p136"/>
          <p:cNvSpPr txBox="1"/>
          <p:nvPr>
            <p:ph idx="1" type="body"/>
          </p:nvPr>
        </p:nvSpPr>
        <p:spPr>
          <a:xfrm>
            <a:off x="3575050" y="1600200"/>
            <a:ext cx="511175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435" name="Google Shape;435;p136"/>
          <p:cNvSpPr txBox="1"/>
          <p:nvPr>
            <p:ph idx="2" type="body"/>
          </p:nvPr>
        </p:nvSpPr>
        <p:spPr>
          <a:xfrm>
            <a:off x="457200" y="1600200"/>
            <a:ext cx="3008313" cy="45259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36" name="Google Shape;436;p136"/>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37" name="Shape 437"/>
        <p:cNvGrpSpPr/>
        <p:nvPr/>
      </p:nvGrpSpPr>
      <p:grpSpPr>
        <a:xfrm>
          <a:off x="0" y="0"/>
          <a:ext cx="0" cy="0"/>
          <a:chOff x="0" y="0"/>
          <a:chExt cx="0" cy="0"/>
        </a:xfrm>
      </p:grpSpPr>
      <p:grpSp>
        <p:nvGrpSpPr>
          <p:cNvPr id="438" name="Google Shape;438;p137"/>
          <p:cNvGrpSpPr/>
          <p:nvPr/>
        </p:nvGrpSpPr>
        <p:grpSpPr>
          <a:xfrm>
            <a:off x="0" y="1295400"/>
            <a:ext cx="7010400" cy="46038"/>
            <a:chOff x="1905000" y="6553200"/>
            <a:chExt cx="7010400" cy="45719"/>
          </a:xfrm>
        </p:grpSpPr>
        <p:sp>
          <p:nvSpPr>
            <p:cNvPr id="439" name="Google Shape;439;p13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40" name="Google Shape;440;p13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41" name="Google Shape;441;p13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442" name="Google Shape;442;p137"/>
          <p:cNvGrpSpPr/>
          <p:nvPr/>
        </p:nvGrpSpPr>
        <p:grpSpPr>
          <a:xfrm>
            <a:off x="2133600" y="6553200"/>
            <a:ext cx="7010400" cy="46038"/>
            <a:chOff x="1905000" y="6553200"/>
            <a:chExt cx="7010400" cy="45719"/>
          </a:xfrm>
        </p:grpSpPr>
        <p:sp>
          <p:nvSpPr>
            <p:cNvPr id="443" name="Google Shape;443;p13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44" name="Google Shape;444;p13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45" name="Google Shape;445;p13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446" name="Google Shape;446;p13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447" name="Google Shape;447;p13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448" name="Google Shape;448;p137"/>
          <p:cNvSpPr txBox="1"/>
          <p:nvPr>
            <p:ph type="title"/>
          </p:nvPr>
        </p:nvSpPr>
        <p:spPr>
          <a:xfrm>
            <a:off x="1792288" y="5407025"/>
            <a:ext cx="5486400" cy="304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9" name="Google Shape;449;p137"/>
          <p:cNvSpPr/>
          <p:nvPr>
            <p:ph idx="2" type="pic"/>
          </p:nvPr>
        </p:nvSpPr>
        <p:spPr>
          <a:xfrm>
            <a:off x="1792288" y="1828800"/>
            <a:ext cx="5486400" cy="3429000"/>
          </a:xfrm>
          <a:prstGeom prst="rect">
            <a:avLst/>
          </a:prstGeom>
          <a:solidFill>
            <a:schemeClr val="lt1"/>
          </a:solidFill>
          <a:ln cap="flat" cmpd="sng" w="57150">
            <a:solidFill>
              <a:srgbClr val="DAE5F1"/>
            </a:solidFill>
            <a:prstDash val="solid"/>
            <a:round/>
            <a:headEnd len="sm" w="sm" type="none"/>
            <a:tailEnd len="sm" w="sm" type="none"/>
          </a:ln>
        </p:spPr>
      </p:sp>
      <p:sp>
        <p:nvSpPr>
          <p:cNvPr id="450" name="Google Shape;450;p137"/>
          <p:cNvSpPr txBox="1"/>
          <p:nvPr>
            <p:ph idx="1" type="body"/>
          </p:nvPr>
        </p:nvSpPr>
        <p:spPr>
          <a:xfrm>
            <a:off x="1792288" y="5711825"/>
            <a:ext cx="5486400" cy="304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51" name="Google Shape;451;p137"/>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452" name="Shape 452"/>
        <p:cNvGrpSpPr/>
        <p:nvPr/>
      </p:nvGrpSpPr>
      <p:grpSpPr>
        <a:xfrm>
          <a:off x="0" y="0"/>
          <a:ext cx="0" cy="0"/>
          <a:chOff x="0" y="0"/>
          <a:chExt cx="0" cy="0"/>
        </a:xfrm>
      </p:grpSpPr>
      <p:grpSp>
        <p:nvGrpSpPr>
          <p:cNvPr id="453" name="Google Shape;453;p138"/>
          <p:cNvGrpSpPr/>
          <p:nvPr/>
        </p:nvGrpSpPr>
        <p:grpSpPr>
          <a:xfrm>
            <a:off x="0" y="1295400"/>
            <a:ext cx="7010400" cy="46038"/>
            <a:chOff x="1905000" y="6553200"/>
            <a:chExt cx="7010400" cy="45719"/>
          </a:xfrm>
        </p:grpSpPr>
        <p:sp>
          <p:nvSpPr>
            <p:cNvPr id="454" name="Google Shape;454;p1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55" name="Google Shape;455;p1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56" name="Google Shape;456;p1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457" name="Google Shape;457;p138"/>
          <p:cNvGrpSpPr/>
          <p:nvPr/>
        </p:nvGrpSpPr>
        <p:grpSpPr>
          <a:xfrm>
            <a:off x="2133600" y="6553200"/>
            <a:ext cx="7010400" cy="46038"/>
            <a:chOff x="1905000" y="6553200"/>
            <a:chExt cx="7010400" cy="45719"/>
          </a:xfrm>
        </p:grpSpPr>
        <p:sp>
          <p:nvSpPr>
            <p:cNvPr id="458" name="Google Shape;458;p1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59" name="Google Shape;459;p1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60" name="Google Shape;460;p1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461" name="Google Shape;461;p13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462" name="Google Shape;462;p13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463" name="Google Shape;463;p1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4" name="Google Shape;464;p13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465" name="Shape 465"/>
        <p:cNvGrpSpPr/>
        <p:nvPr/>
      </p:nvGrpSpPr>
      <p:grpSpPr>
        <a:xfrm>
          <a:off x="0" y="0"/>
          <a:ext cx="0" cy="0"/>
          <a:chOff x="0" y="0"/>
          <a:chExt cx="0" cy="0"/>
        </a:xfrm>
      </p:grpSpPr>
      <p:grpSp>
        <p:nvGrpSpPr>
          <p:cNvPr id="466" name="Google Shape;466;p139"/>
          <p:cNvGrpSpPr/>
          <p:nvPr/>
        </p:nvGrpSpPr>
        <p:grpSpPr>
          <a:xfrm rot="5400000">
            <a:off x="5006182" y="2567781"/>
            <a:ext cx="5181600" cy="46037"/>
            <a:chOff x="1905000" y="6553200"/>
            <a:chExt cx="7010400" cy="45719"/>
          </a:xfrm>
        </p:grpSpPr>
        <p:sp>
          <p:nvSpPr>
            <p:cNvPr id="467" name="Google Shape;467;p139"/>
            <p:cNvSpPr/>
            <p:nvPr/>
          </p:nvSpPr>
          <p:spPr>
            <a:xfrm>
              <a:off x="4267574" y="6553200"/>
              <a:ext cx="2328209"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68" name="Google Shape;468;p139"/>
            <p:cNvSpPr/>
            <p:nvPr/>
          </p:nvSpPr>
          <p:spPr>
            <a:xfrm>
              <a:off x="1905000" y="6553200"/>
              <a:ext cx="2362574"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69" name="Google Shape;469;p139"/>
            <p:cNvSpPr/>
            <p:nvPr/>
          </p:nvSpPr>
          <p:spPr>
            <a:xfrm>
              <a:off x="6587191" y="6553200"/>
              <a:ext cx="2328209"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470" name="Google Shape;470;p139"/>
          <p:cNvPicPr preferRelativeResize="0"/>
          <p:nvPr/>
        </p:nvPicPr>
        <p:blipFill rotWithShape="1">
          <a:blip r:embed="rId2">
            <a:alphaModFix/>
          </a:blip>
          <a:srcRect b="0" l="5336" r="0" t="1923"/>
          <a:stretch/>
        </p:blipFill>
        <p:spPr>
          <a:xfrm>
            <a:off x="-7938" y="381000"/>
            <a:ext cx="692151" cy="2193925"/>
          </a:xfrm>
          <a:prstGeom prst="rect">
            <a:avLst/>
          </a:prstGeom>
          <a:noFill/>
          <a:ln>
            <a:noFill/>
          </a:ln>
        </p:spPr>
      </p:pic>
      <p:sp>
        <p:nvSpPr>
          <p:cNvPr id="471" name="Google Shape;471;p139"/>
          <p:cNvSpPr txBox="1"/>
          <p:nvPr/>
        </p:nvSpPr>
        <p:spPr>
          <a:xfrm rot="5400000">
            <a:off x="-2794793" y="3809206"/>
            <a:ext cx="5867400" cy="2301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900"/>
              <a:buFont typeface="Arial"/>
              <a:buNone/>
            </a:pPr>
            <a:r>
              <a:rPr b="1" i="0" lang="en-US" sz="900" u="none" cap="none" strike="noStrike">
                <a:solidFill>
                  <a:srgbClr val="101141"/>
                </a:solidFill>
                <a:latin typeface="Arial"/>
                <a:ea typeface="Arial"/>
                <a:cs typeface="Arial"/>
                <a:sym typeface="Arial"/>
              </a:rPr>
              <a:t>BITS </a:t>
            </a:r>
            <a:r>
              <a:rPr b="0" i="0" lang="en-US" sz="9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472" name="Google Shape;472;p139"/>
          <p:cNvSpPr txBox="1"/>
          <p:nvPr>
            <p:ph idx="1" type="body"/>
          </p:nvPr>
        </p:nvSpPr>
        <p:spPr>
          <a:xfrm rot="5400000">
            <a:off x="1303338" y="296862"/>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3" name="Google Shape;473;p139"/>
          <p:cNvSpPr txBox="1"/>
          <p:nvPr>
            <p:ph idx="2" type="body"/>
          </p:nvPr>
        </p:nvSpPr>
        <p:spPr>
          <a:xfrm rot="5400000">
            <a:off x="5410200" y="2743200"/>
            <a:ext cx="58674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474" name="Shape 474"/>
        <p:cNvGrpSpPr/>
        <p:nvPr/>
      </p:nvGrpSpPr>
      <p:grpSpPr>
        <a:xfrm>
          <a:off x="0" y="0"/>
          <a:ext cx="0" cy="0"/>
          <a:chOff x="0" y="0"/>
          <a:chExt cx="0" cy="0"/>
        </a:xfrm>
      </p:grpSpPr>
      <p:pic>
        <p:nvPicPr>
          <p:cNvPr descr="\\Server\D\jyoti\FI023_BITS_v1\styleguide img\IMG_5627_b.jpg" id="475" name="Google Shape;475;p140"/>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476" name="Google Shape;476;p140"/>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Picture 7.png" id="477" name="Google Shape;477;p140"/>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478" name="Google Shape;478;p140"/>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79" name="Google Shape;479;p140"/>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80" name="Google Shape;480;p140"/>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81" name="Google Shape;481;p140"/>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482" name="Google Shape;482;p140"/>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483" name="Google Shape;483;p140"/>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84" name="Shape 484"/>
        <p:cNvGrpSpPr/>
        <p:nvPr/>
      </p:nvGrpSpPr>
      <p:grpSpPr>
        <a:xfrm>
          <a:off x="0" y="0"/>
          <a:ext cx="0" cy="0"/>
          <a:chOff x="0" y="0"/>
          <a:chExt cx="0" cy="0"/>
        </a:xfrm>
      </p:grpSpPr>
      <p:sp>
        <p:nvSpPr>
          <p:cNvPr id="485" name="Google Shape;485;p141"/>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486" name="Google Shape;486;p141"/>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87" name="Google Shape;487;p141"/>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88" name="Google Shape;488;p141"/>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489" name="Google Shape;489;p141"/>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490" name="Google Shape;490;p141"/>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491" name="Google Shape;491;p141"/>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492" name="Google Shape;492;p141"/>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3" name="Google Shape;493;p141"/>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494" name="Shape 494"/>
        <p:cNvGrpSpPr/>
        <p:nvPr/>
      </p:nvGrpSpPr>
      <p:grpSpPr>
        <a:xfrm>
          <a:off x="0" y="0"/>
          <a:ext cx="0" cy="0"/>
          <a:chOff x="0" y="0"/>
          <a:chExt cx="0" cy="0"/>
        </a:xfrm>
      </p:grpSpPr>
      <p:sp>
        <p:nvSpPr>
          <p:cNvPr id="495" name="Google Shape;495;p14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496" name="Google Shape;496;p142"/>
          <p:cNvGrpSpPr/>
          <p:nvPr/>
        </p:nvGrpSpPr>
        <p:grpSpPr>
          <a:xfrm>
            <a:off x="2084388" y="6550025"/>
            <a:ext cx="7059612" cy="49213"/>
            <a:chOff x="2083888" y="6550671"/>
            <a:chExt cx="7060112" cy="48665"/>
          </a:xfrm>
        </p:grpSpPr>
        <p:sp>
          <p:nvSpPr>
            <p:cNvPr id="497" name="Google Shape;497;p14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98" name="Google Shape;498;p14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99" name="Google Shape;499;p14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00" name="Google Shape;500;p14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01" name="Google Shape;501;p142"/>
          <p:cNvGrpSpPr/>
          <p:nvPr/>
        </p:nvGrpSpPr>
        <p:grpSpPr>
          <a:xfrm>
            <a:off x="2133600" y="6553200"/>
            <a:ext cx="7010400" cy="46038"/>
            <a:chOff x="1905000" y="6553200"/>
            <a:chExt cx="7010400" cy="45719"/>
          </a:xfrm>
        </p:grpSpPr>
        <p:sp>
          <p:nvSpPr>
            <p:cNvPr id="502" name="Google Shape;502;p14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03" name="Google Shape;503;p14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04" name="Google Shape;504;p14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05" name="Google Shape;505;p142"/>
          <p:cNvGrpSpPr/>
          <p:nvPr/>
        </p:nvGrpSpPr>
        <p:grpSpPr>
          <a:xfrm>
            <a:off x="0" y="1295400"/>
            <a:ext cx="7010400" cy="46038"/>
            <a:chOff x="1905000" y="6553200"/>
            <a:chExt cx="7010400" cy="45719"/>
          </a:xfrm>
        </p:grpSpPr>
        <p:sp>
          <p:nvSpPr>
            <p:cNvPr id="506" name="Google Shape;506;p14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07" name="Google Shape;507;p14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08" name="Google Shape;508;p14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09" name="Google Shape;509;p142"/>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0" name="Google Shape;510;p14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511" name="Shape 511"/>
        <p:cNvGrpSpPr/>
        <p:nvPr/>
      </p:nvGrpSpPr>
      <p:grpSpPr>
        <a:xfrm>
          <a:off x="0" y="0"/>
          <a:ext cx="0" cy="0"/>
          <a:chOff x="0" y="0"/>
          <a:chExt cx="0" cy="0"/>
        </a:xfrm>
      </p:grpSpPr>
      <p:sp>
        <p:nvSpPr>
          <p:cNvPr id="512" name="Google Shape;512;p14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13" name="Google Shape;513;p143"/>
          <p:cNvGrpSpPr/>
          <p:nvPr/>
        </p:nvGrpSpPr>
        <p:grpSpPr>
          <a:xfrm>
            <a:off x="2084388" y="6550025"/>
            <a:ext cx="7059612" cy="49213"/>
            <a:chOff x="2083888" y="6550671"/>
            <a:chExt cx="7060112" cy="48665"/>
          </a:xfrm>
        </p:grpSpPr>
        <p:sp>
          <p:nvSpPr>
            <p:cNvPr id="514" name="Google Shape;514;p14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15" name="Google Shape;515;p14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16" name="Google Shape;516;p14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17" name="Google Shape;517;p14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18" name="Google Shape;518;p143"/>
          <p:cNvGrpSpPr/>
          <p:nvPr/>
        </p:nvGrpSpPr>
        <p:grpSpPr>
          <a:xfrm>
            <a:off x="2133600" y="6553200"/>
            <a:ext cx="7010400" cy="46038"/>
            <a:chOff x="1905000" y="6553200"/>
            <a:chExt cx="7010400" cy="45719"/>
          </a:xfrm>
        </p:grpSpPr>
        <p:sp>
          <p:nvSpPr>
            <p:cNvPr id="519" name="Google Shape;519;p14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20" name="Google Shape;520;p14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21" name="Google Shape;521;p14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22" name="Google Shape;522;p143"/>
          <p:cNvGrpSpPr/>
          <p:nvPr/>
        </p:nvGrpSpPr>
        <p:grpSpPr>
          <a:xfrm>
            <a:off x="0" y="1295400"/>
            <a:ext cx="7010400" cy="46038"/>
            <a:chOff x="1905000" y="6553200"/>
            <a:chExt cx="7010400" cy="45719"/>
          </a:xfrm>
        </p:grpSpPr>
        <p:sp>
          <p:nvSpPr>
            <p:cNvPr id="523" name="Google Shape;523;p14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24" name="Google Shape;524;p14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25" name="Google Shape;525;p14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26" name="Google Shape;526;p143"/>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7" name="Google Shape;527;p14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528" name="Shape 528"/>
        <p:cNvGrpSpPr/>
        <p:nvPr/>
      </p:nvGrpSpPr>
      <p:grpSpPr>
        <a:xfrm>
          <a:off x="0" y="0"/>
          <a:ext cx="0" cy="0"/>
          <a:chOff x="0" y="0"/>
          <a:chExt cx="0" cy="0"/>
        </a:xfrm>
      </p:grpSpPr>
      <p:sp>
        <p:nvSpPr>
          <p:cNvPr id="529" name="Google Shape;529;p14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30" name="Google Shape;530;p144"/>
          <p:cNvGrpSpPr/>
          <p:nvPr/>
        </p:nvGrpSpPr>
        <p:grpSpPr>
          <a:xfrm>
            <a:off x="2084388" y="6550025"/>
            <a:ext cx="7059612" cy="49213"/>
            <a:chOff x="2083888" y="6550671"/>
            <a:chExt cx="7060112" cy="48665"/>
          </a:xfrm>
        </p:grpSpPr>
        <p:sp>
          <p:nvSpPr>
            <p:cNvPr id="531" name="Google Shape;531;p14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32" name="Google Shape;532;p14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33" name="Google Shape;533;p14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34" name="Google Shape;534;p14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35" name="Google Shape;535;p144"/>
          <p:cNvGrpSpPr/>
          <p:nvPr/>
        </p:nvGrpSpPr>
        <p:grpSpPr>
          <a:xfrm>
            <a:off x="2133600" y="6553200"/>
            <a:ext cx="7010400" cy="46038"/>
            <a:chOff x="1905000" y="6553200"/>
            <a:chExt cx="7010400" cy="45719"/>
          </a:xfrm>
        </p:grpSpPr>
        <p:sp>
          <p:nvSpPr>
            <p:cNvPr id="536" name="Google Shape;536;p14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37" name="Google Shape;537;p14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38" name="Google Shape;538;p14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39" name="Google Shape;539;p144"/>
          <p:cNvGrpSpPr/>
          <p:nvPr/>
        </p:nvGrpSpPr>
        <p:grpSpPr>
          <a:xfrm>
            <a:off x="0" y="1295400"/>
            <a:ext cx="7010400" cy="46038"/>
            <a:chOff x="1905000" y="6553200"/>
            <a:chExt cx="7010400" cy="45719"/>
          </a:xfrm>
        </p:grpSpPr>
        <p:sp>
          <p:nvSpPr>
            <p:cNvPr id="540" name="Google Shape;540;p14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41" name="Google Shape;541;p14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42" name="Google Shape;542;p14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43" name="Google Shape;543;p144"/>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4" name="Google Shape;544;p14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545" name="Shape 545"/>
        <p:cNvGrpSpPr/>
        <p:nvPr/>
      </p:nvGrpSpPr>
      <p:grpSpPr>
        <a:xfrm>
          <a:off x="0" y="0"/>
          <a:ext cx="0" cy="0"/>
          <a:chOff x="0" y="0"/>
          <a:chExt cx="0" cy="0"/>
        </a:xfrm>
      </p:grpSpPr>
      <p:sp>
        <p:nvSpPr>
          <p:cNvPr id="546" name="Google Shape;546;p145"/>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47" name="Google Shape;547;p145"/>
          <p:cNvGrpSpPr/>
          <p:nvPr/>
        </p:nvGrpSpPr>
        <p:grpSpPr>
          <a:xfrm>
            <a:off x="2084388" y="6550025"/>
            <a:ext cx="7059612" cy="49213"/>
            <a:chOff x="2083888" y="6550671"/>
            <a:chExt cx="7060112" cy="48665"/>
          </a:xfrm>
        </p:grpSpPr>
        <p:sp>
          <p:nvSpPr>
            <p:cNvPr id="548" name="Google Shape;548;p14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49" name="Google Shape;549;p14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0" name="Google Shape;550;p14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51" name="Google Shape;551;p145"/>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52" name="Google Shape;552;p145"/>
          <p:cNvGrpSpPr/>
          <p:nvPr/>
        </p:nvGrpSpPr>
        <p:grpSpPr>
          <a:xfrm>
            <a:off x="2133600" y="6553200"/>
            <a:ext cx="7010400" cy="46038"/>
            <a:chOff x="1905000" y="6553200"/>
            <a:chExt cx="7010400" cy="45719"/>
          </a:xfrm>
        </p:grpSpPr>
        <p:sp>
          <p:nvSpPr>
            <p:cNvPr id="553" name="Google Shape;553;p14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4" name="Google Shape;554;p14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5" name="Google Shape;555;p14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56" name="Google Shape;556;p145"/>
          <p:cNvGrpSpPr/>
          <p:nvPr/>
        </p:nvGrpSpPr>
        <p:grpSpPr>
          <a:xfrm>
            <a:off x="0" y="1295400"/>
            <a:ext cx="7010400" cy="46038"/>
            <a:chOff x="1905000" y="6553200"/>
            <a:chExt cx="7010400" cy="45719"/>
          </a:xfrm>
        </p:grpSpPr>
        <p:sp>
          <p:nvSpPr>
            <p:cNvPr id="557" name="Google Shape;557;p14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8" name="Google Shape;558;p14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9" name="Google Shape;559;p14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60" name="Google Shape;560;p145"/>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1" name="Google Shape;561;p145"/>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562" name="Shape 562"/>
        <p:cNvGrpSpPr/>
        <p:nvPr/>
      </p:nvGrpSpPr>
      <p:grpSpPr>
        <a:xfrm>
          <a:off x="0" y="0"/>
          <a:ext cx="0" cy="0"/>
          <a:chOff x="0" y="0"/>
          <a:chExt cx="0" cy="0"/>
        </a:xfrm>
      </p:grpSpPr>
      <p:sp>
        <p:nvSpPr>
          <p:cNvPr id="563" name="Google Shape;563;p14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64" name="Google Shape;564;p146"/>
          <p:cNvGrpSpPr/>
          <p:nvPr/>
        </p:nvGrpSpPr>
        <p:grpSpPr>
          <a:xfrm>
            <a:off x="2084388" y="6550025"/>
            <a:ext cx="7059612" cy="49213"/>
            <a:chOff x="2083888" y="6550671"/>
            <a:chExt cx="7060112" cy="48665"/>
          </a:xfrm>
        </p:grpSpPr>
        <p:sp>
          <p:nvSpPr>
            <p:cNvPr id="565" name="Google Shape;565;p14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66" name="Google Shape;566;p14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67" name="Google Shape;567;p14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68" name="Google Shape;568;p146"/>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69" name="Google Shape;569;p146"/>
          <p:cNvGrpSpPr/>
          <p:nvPr/>
        </p:nvGrpSpPr>
        <p:grpSpPr>
          <a:xfrm>
            <a:off x="2133600" y="6553200"/>
            <a:ext cx="7010400" cy="46038"/>
            <a:chOff x="1905000" y="6553200"/>
            <a:chExt cx="7010400" cy="45719"/>
          </a:xfrm>
        </p:grpSpPr>
        <p:sp>
          <p:nvSpPr>
            <p:cNvPr id="570" name="Google Shape;570;p14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1" name="Google Shape;571;p14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2" name="Google Shape;572;p14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73" name="Google Shape;573;p146"/>
          <p:cNvGrpSpPr/>
          <p:nvPr/>
        </p:nvGrpSpPr>
        <p:grpSpPr>
          <a:xfrm>
            <a:off x="0" y="1295400"/>
            <a:ext cx="7010400" cy="46038"/>
            <a:chOff x="1905000" y="6553200"/>
            <a:chExt cx="7010400" cy="45719"/>
          </a:xfrm>
        </p:grpSpPr>
        <p:sp>
          <p:nvSpPr>
            <p:cNvPr id="574" name="Google Shape;574;p14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5" name="Google Shape;575;p14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6" name="Google Shape;576;p14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77" name="Google Shape;577;p146"/>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8" name="Google Shape;578;p14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579" name="Shape 579"/>
        <p:cNvGrpSpPr/>
        <p:nvPr/>
      </p:nvGrpSpPr>
      <p:grpSpPr>
        <a:xfrm>
          <a:off x="0" y="0"/>
          <a:ext cx="0" cy="0"/>
          <a:chOff x="0" y="0"/>
          <a:chExt cx="0" cy="0"/>
        </a:xfrm>
      </p:grpSpPr>
      <p:sp>
        <p:nvSpPr>
          <p:cNvPr id="580" name="Google Shape;580;p14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81" name="Google Shape;581;p147"/>
          <p:cNvGrpSpPr/>
          <p:nvPr/>
        </p:nvGrpSpPr>
        <p:grpSpPr>
          <a:xfrm>
            <a:off x="2084388" y="6550025"/>
            <a:ext cx="7059612" cy="49213"/>
            <a:chOff x="2083888" y="6550671"/>
            <a:chExt cx="7060112" cy="48665"/>
          </a:xfrm>
        </p:grpSpPr>
        <p:sp>
          <p:nvSpPr>
            <p:cNvPr id="582" name="Google Shape;582;p14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83" name="Google Shape;583;p14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84" name="Google Shape;584;p14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85" name="Google Shape;585;p14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86" name="Google Shape;586;p147"/>
          <p:cNvGrpSpPr/>
          <p:nvPr/>
        </p:nvGrpSpPr>
        <p:grpSpPr>
          <a:xfrm>
            <a:off x="2133600" y="6553200"/>
            <a:ext cx="7010400" cy="46038"/>
            <a:chOff x="1905000" y="6553200"/>
            <a:chExt cx="7010400" cy="45719"/>
          </a:xfrm>
        </p:grpSpPr>
        <p:sp>
          <p:nvSpPr>
            <p:cNvPr id="587" name="Google Shape;587;p14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88" name="Google Shape;588;p14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89" name="Google Shape;589;p14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90" name="Google Shape;590;p147"/>
          <p:cNvGrpSpPr/>
          <p:nvPr/>
        </p:nvGrpSpPr>
        <p:grpSpPr>
          <a:xfrm>
            <a:off x="0" y="1295400"/>
            <a:ext cx="7010400" cy="46038"/>
            <a:chOff x="1905000" y="6553200"/>
            <a:chExt cx="7010400" cy="45719"/>
          </a:xfrm>
        </p:grpSpPr>
        <p:sp>
          <p:nvSpPr>
            <p:cNvPr id="591" name="Google Shape;591;p14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92" name="Google Shape;592;p14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93" name="Google Shape;593;p14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94" name="Google Shape;594;p14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5" name="Google Shape;595;p14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p:cSld name="9_Title and Content">
    <p:spTree>
      <p:nvGrpSpPr>
        <p:cNvPr id="596" name="Shape 596"/>
        <p:cNvGrpSpPr/>
        <p:nvPr/>
      </p:nvGrpSpPr>
      <p:grpSpPr>
        <a:xfrm>
          <a:off x="0" y="0"/>
          <a:ext cx="0" cy="0"/>
          <a:chOff x="0" y="0"/>
          <a:chExt cx="0" cy="0"/>
        </a:xfrm>
      </p:grpSpPr>
      <p:sp>
        <p:nvSpPr>
          <p:cNvPr id="597" name="Google Shape;597;p14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98" name="Google Shape;598;p148"/>
          <p:cNvGrpSpPr/>
          <p:nvPr/>
        </p:nvGrpSpPr>
        <p:grpSpPr>
          <a:xfrm>
            <a:off x="2084388" y="6550025"/>
            <a:ext cx="7059612" cy="49213"/>
            <a:chOff x="2083888" y="6550671"/>
            <a:chExt cx="7060112" cy="48665"/>
          </a:xfrm>
        </p:grpSpPr>
        <p:sp>
          <p:nvSpPr>
            <p:cNvPr id="599" name="Google Shape;599;p14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0" name="Google Shape;600;p14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1" name="Google Shape;601;p14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602" name="Google Shape;602;p14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603" name="Google Shape;603;p148"/>
          <p:cNvGrpSpPr/>
          <p:nvPr/>
        </p:nvGrpSpPr>
        <p:grpSpPr>
          <a:xfrm>
            <a:off x="2133600" y="6553200"/>
            <a:ext cx="7010400" cy="46038"/>
            <a:chOff x="1905000" y="6553200"/>
            <a:chExt cx="7010400" cy="45719"/>
          </a:xfrm>
        </p:grpSpPr>
        <p:sp>
          <p:nvSpPr>
            <p:cNvPr id="604" name="Google Shape;604;p14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5" name="Google Shape;605;p14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6" name="Google Shape;606;p14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607" name="Google Shape;607;p148"/>
          <p:cNvGrpSpPr/>
          <p:nvPr/>
        </p:nvGrpSpPr>
        <p:grpSpPr>
          <a:xfrm>
            <a:off x="0" y="1295400"/>
            <a:ext cx="7010400" cy="46038"/>
            <a:chOff x="1905000" y="6553200"/>
            <a:chExt cx="7010400" cy="45719"/>
          </a:xfrm>
        </p:grpSpPr>
        <p:sp>
          <p:nvSpPr>
            <p:cNvPr id="608" name="Google Shape;608;p14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9" name="Google Shape;609;p14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10" name="Google Shape;610;p14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611" name="Google Shape;611;p148"/>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2" name="Google Shape;612;p14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613" name="Shape 613"/>
        <p:cNvGrpSpPr/>
        <p:nvPr/>
      </p:nvGrpSpPr>
      <p:grpSpPr>
        <a:xfrm>
          <a:off x="0" y="0"/>
          <a:ext cx="0" cy="0"/>
          <a:chOff x="0" y="0"/>
          <a:chExt cx="0" cy="0"/>
        </a:xfrm>
      </p:grpSpPr>
      <p:sp>
        <p:nvSpPr>
          <p:cNvPr id="614" name="Google Shape;614;p14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615" name="Google Shape;615;p149"/>
          <p:cNvGrpSpPr/>
          <p:nvPr/>
        </p:nvGrpSpPr>
        <p:grpSpPr>
          <a:xfrm>
            <a:off x="2084388" y="6550025"/>
            <a:ext cx="7059612" cy="49213"/>
            <a:chOff x="2083888" y="6550671"/>
            <a:chExt cx="7060112" cy="48665"/>
          </a:xfrm>
        </p:grpSpPr>
        <p:sp>
          <p:nvSpPr>
            <p:cNvPr id="616" name="Google Shape;616;p14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17" name="Google Shape;617;p14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18" name="Google Shape;618;p14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619" name="Google Shape;619;p14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620" name="Google Shape;620;p149"/>
          <p:cNvGrpSpPr/>
          <p:nvPr/>
        </p:nvGrpSpPr>
        <p:grpSpPr>
          <a:xfrm>
            <a:off x="2133600" y="6553200"/>
            <a:ext cx="7010400" cy="46038"/>
            <a:chOff x="1905000" y="6553200"/>
            <a:chExt cx="7010400" cy="45719"/>
          </a:xfrm>
        </p:grpSpPr>
        <p:sp>
          <p:nvSpPr>
            <p:cNvPr id="621" name="Google Shape;621;p14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2" name="Google Shape;622;p14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3" name="Google Shape;623;p14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624" name="Google Shape;624;p149"/>
          <p:cNvGrpSpPr/>
          <p:nvPr/>
        </p:nvGrpSpPr>
        <p:grpSpPr>
          <a:xfrm>
            <a:off x="0" y="1295400"/>
            <a:ext cx="7010400" cy="46038"/>
            <a:chOff x="1905000" y="6553200"/>
            <a:chExt cx="7010400" cy="45719"/>
          </a:xfrm>
        </p:grpSpPr>
        <p:sp>
          <p:nvSpPr>
            <p:cNvPr id="625" name="Google Shape;625;p14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6" name="Google Shape;626;p14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7" name="Google Shape;627;p14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628" name="Google Shape;628;p14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9" name="Google Shape;629;p14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630" name="Shape 630"/>
        <p:cNvGrpSpPr/>
        <p:nvPr/>
      </p:nvGrpSpPr>
      <p:grpSpPr>
        <a:xfrm>
          <a:off x="0" y="0"/>
          <a:ext cx="0" cy="0"/>
          <a:chOff x="0" y="0"/>
          <a:chExt cx="0" cy="0"/>
        </a:xfrm>
      </p:grpSpPr>
      <p:sp>
        <p:nvSpPr>
          <p:cNvPr id="631" name="Google Shape;631;p15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632" name="Google Shape;632;p150"/>
          <p:cNvGrpSpPr/>
          <p:nvPr/>
        </p:nvGrpSpPr>
        <p:grpSpPr>
          <a:xfrm>
            <a:off x="2084388" y="6550025"/>
            <a:ext cx="7059612" cy="49213"/>
            <a:chOff x="2083888" y="6550671"/>
            <a:chExt cx="7060112" cy="48665"/>
          </a:xfrm>
        </p:grpSpPr>
        <p:sp>
          <p:nvSpPr>
            <p:cNvPr id="633" name="Google Shape;633;p15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34" name="Google Shape;634;p15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35" name="Google Shape;635;p15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636" name="Google Shape;636;p15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637" name="Google Shape;637;p150"/>
          <p:cNvGrpSpPr/>
          <p:nvPr/>
        </p:nvGrpSpPr>
        <p:grpSpPr>
          <a:xfrm>
            <a:off x="2133600" y="6553200"/>
            <a:ext cx="7010400" cy="46038"/>
            <a:chOff x="1905000" y="6553200"/>
            <a:chExt cx="7010400" cy="45719"/>
          </a:xfrm>
        </p:grpSpPr>
        <p:sp>
          <p:nvSpPr>
            <p:cNvPr id="638" name="Google Shape;638;p15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39" name="Google Shape;639;p15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40" name="Google Shape;640;p15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641" name="Google Shape;641;p150"/>
          <p:cNvGrpSpPr/>
          <p:nvPr/>
        </p:nvGrpSpPr>
        <p:grpSpPr>
          <a:xfrm>
            <a:off x="0" y="1295400"/>
            <a:ext cx="7010400" cy="46038"/>
            <a:chOff x="1905000" y="6553200"/>
            <a:chExt cx="7010400" cy="45719"/>
          </a:xfrm>
        </p:grpSpPr>
        <p:sp>
          <p:nvSpPr>
            <p:cNvPr id="642" name="Google Shape;642;p15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43" name="Google Shape;643;p15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44" name="Google Shape;644;p15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645" name="Google Shape;645;p150"/>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6" name="Google Shape;646;p15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647" name="Shape 647"/>
        <p:cNvGrpSpPr/>
        <p:nvPr/>
      </p:nvGrpSpPr>
      <p:grpSpPr>
        <a:xfrm>
          <a:off x="0" y="0"/>
          <a:ext cx="0" cy="0"/>
          <a:chOff x="0" y="0"/>
          <a:chExt cx="0" cy="0"/>
        </a:xfrm>
      </p:grpSpPr>
      <p:pic>
        <p:nvPicPr>
          <p:cNvPr id="648" name="Google Shape;648;p151"/>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649" name="Google Shape;649;p15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650" name="Google Shape;650;p15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651" name="Google Shape;651;p151"/>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2" name="Google Shape;652;p15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3" name="Google Shape;653;p15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654" name="Shape 654"/>
        <p:cNvGrpSpPr/>
        <p:nvPr/>
      </p:nvGrpSpPr>
      <p:grpSpPr>
        <a:xfrm>
          <a:off x="0" y="0"/>
          <a:ext cx="0" cy="0"/>
          <a:chOff x="0" y="0"/>
          <a:chExt cx="0" cy="0"/>
        </a:xfrm>
      </p:grpSpPr>
      <p:pic>
        <p:nvPicPr>
          <p:cNvPr id="655" name="Google Shape;655;p152"/>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656" name="Google Shape;656;p15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657" name="Google Shape;657;p15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658" name="Google Shape;658;p152"/>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9" name="Google Shape;659;p15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0" name="Google Shape;660;p15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661" name="Shape 661"/>
        <p:cNvGrpSpPr/>
        <p:nvPr/>
      </p:nvGrpSpPr>
      <p:grpSpPr>
        <a:xfrm>
          <a:off x="0" y="0"/>
          <a:ext cx="0" cy="0"/>
          <a:chOff x="0" y="0"/>
          <a:chExt cx="0" cy="0"/>
        </a:xfrm>
      </p:grpSpPr>
      <p:pic>
        <p:nvPicPr>
          <p:cNvPr id="662" name="Google Shape;662;p153"/>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663" name="Google Shape;663;p15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664" name="Google Shape;664;p15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665" name="Google Shape;665;p153"/>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6" name="Google Shape;666;p15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7" name="Google Shape;667;p15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668" name="Shape 668"/>
        <p:cNvGrpSpPr/>
        <p:nvPr/>
      </p:nvGrpSpPr>
      <p:grpSpPr>
        <a:xfrm>
          <a:off x="0" y="0"/>
          <a:ext cx="0" cy="0"/>
          <a:chOff x="0" y="0"/>
          <a:chExt cx="0" cy="0"/>
        </a:xfrm>
      </p:grpSpPr>
      <p:pic>
        <p:nvPicPr>
          <p:cNvPr id="669" name="Google Shape;669;p154"/>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670" name="Google Shape;670;p15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671" name="Google Shape;671;p15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672" name="Google Shape;672;p154"/>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3" name="Google Shape;673;p15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4" name="Google Shape;674;p15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675" name="Shape 675"/>
        <p:cNvGrpSpPr/>
        <p:nvPr/>
      </p:nvGrpSpPr>
      <p:grpSpPr>
        <a:xfrm>
          <a:off x="0" y="0"/>
          <a:ext cx="0" cy="0"/>
          <a:chOff x="0" y="0"/>
          <a:chExt cx="0" cy="0"/>
        </a:xfrm>
      </p:grpSpPr>
      <p:pic>
        <p:nvPicPr>
          <p:cNvPr id="676" name="Google Shape;676;p155"/>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677" name="Google Shape;677;p15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678" name="Google Shape;678;p15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679" name="Google Shape;679;p155"/>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0" name="Google Shape;680;p15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1" name="Google Shape;681;p15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type="obj">
  <p:cSld name="OBJECT">
    <p:spTree>
      <p:nvGrpSpPr>
        <p:cNvPr id="682" name="Shape 682"/>
        <p:cNvGrpSpPr/>
        <p:nvPr/>
      </p:nvGrpSpPr>
      <p:grpSpPr>
        <a:xfrm>
          <a:off x="0" y="0"/>
          <a:ext cx="0" cy="0"/>
          <a:chOff x="0" y="0"/>
          <a:chExt cx="0" cy="0"/>
        </a:xfrm>
      </p:grpSpPr>
      <p:sp>
        <p:nvSpPr>
          <p:cNvPr id="683" name="Google Shape;683;p156"/>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684" name="Google Shape;684;p156"/>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685" name="Google Shape;685;p156"/>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1pPr>
            <a:lvl2pPr indent="0" lvl="1"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2pPr>
            <a:lvl3pPr indent="0" lvl="2"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3pPr>
            <a:lvl4pPr indent="0" lvl="3"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4pPr>
            <a:lvl5pPr indent="0" lvl="4"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5pPr>
            <a:lvl6pPr indent="0" lvl="5"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6pPr>
            <a:lvl7pPr indent="0" lvl="6"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7pPr>
            <a:lvl8pPr indent="0" lvl="7"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8pPr>
            <a:lvl9pPr indent="0" lvl="8"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686" name="Shape 686"/>
        <p:cNvGrpSpPr/>
        <p:nvPr/>
      </p:nvGrpSpPr>
      <p:grpSpPr>
        <a:xfrm>
          <a:off x="0" y="0"/>
          <a:ext cx="0" cy="0"/>
          <a:chOff x="0" y="0"/>
          <a:chExt cx="0" cy="0"/>
        </a:xfrm>
      </p:grpSpPr>
      <p:sp>
        <p:nvSpPr>
          <p:cNvPr id="687" name="Google Shape;687;p1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8" name="Google Shape;688;p157"/>
          <p:cNvSpPr txBox="1"/>
          <p:nvPr>
            <p:ph idx="1" type="body"/>
          </p:nvPr>
        </p:nvSpPr>
        <p:spPr>
          <a:xfrm>
            <a:off x="457200" y="1600200"/>
            <a:ext cx="8229600" cy="21859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9" name="Google Shape;689;p157"/>
          <p:cNvSpPr txBox="1"/>
          <p:nvPr>
            <p:ph idx="2" type="body"/>
          </p:nvPr>
        </p:nvSpPr>
        <p:spPr>
          <a:xfrm>
            <a:off x="457200" y="3938588"/>
            <a:ext cx="8229600" cy="2187575"/>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0" name="Google Shape;690;p15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691" name="Google Shape;691;p15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692" name="Google Shape;692;p15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693" name="Shape 693"/>
        <p:cNvGrpSpPr/>
        <p:nvPr/>
      </p:nvGrpSpPr>
      <p:grpSpPr>
        <a:xfrm>
          <a:off x="0" y="0"/>
          <a:ext cx="0" cy="0"/>
          <a:chOff x="0" y="0"/>
          <a:chExt cx="0" cy="0"/>
        </a:xfrm>
      </p:grpSpPr>
      <p:sp>
        <p:nvSpPr>
          <p:cNvPr id="694" name="Google Shape;694;p1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5" name="Google Shape;695;p15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6" name="Google Shape;696;p15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7" name="Google Shape;697;p15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698" name="Google Shape;698;p15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699" name="Google Shape;699;p15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0" name="Shape 700"/>
        <p:cNvGrpSpPr/>
        <p:nvPr/>
      </p:nvGrpSpPr>
      <p:grpSpPr>
        <a:xfrm>
          <a:off x="0" y="0"/>
          <a:ext cx="0" cy="0"/>
          <a:chOff x="0" y="0"/>
          <a:chExt cx="0" cy="0"/>
        </a:xfrm>
      </p:grpSpPr>
      <p:sp>
        <p:nvSpPr>
          <p:cNvPr id="701" name="Google Shape;701;p1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2" name="Google Shape;702;p15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03" name="Google Shape;703;p15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04" name="Google Shape;704;p15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705" name="Shape 705"/>
        <p:cNvGrpSpPr/>
        <p:nvPr/>
      </p:nvGrpSpPr>
      <p:grpSpPr>
        <a:xfrm>
          <a:off x="0" y="0"/>
          <a:ext cx="0" cy="0"/>
          <a:chOff x="0" y="0"/>
          <a:chExt cx="0" cy="0"/>
        </a:xfrm>
      </p:grpSpPr>
      <p:sp>
        <p:nvSpPr>
          <p:cNvPr id="706" name="Google Shape;706;p160"/>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b="0" i="0" sz="2100">
                <a:solidFill>
                  <a:schemeClr val="dk1"/>
                </a:solidFill>
                <a:latin typeface="Libre Franklin Medium"/>
                <a:ea typeface="Libre Franklin Medium"/>
                <a:cs typeface="Libre Franklin Medium"/>
                <a:sym typeface="Libre Franklin Mediu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7" name="Google Shape;707;p160"/>
          <p:cNvSpPr txBox="1"/>
          <p:nvPr>
            <p:ph idx="1" type="body"/>
          </p:nvPr>
        </p:nvSpPr>
        <p:spPr>
          <a:xfrm>
            <a:off x="457200" y="1577340"/>
            <a:ext cx="3977640" cy="492443"/>
          </a:xfrm>
          <a:prstGeom prst="rect">
            <a:avLst/>
          </a:prstGeom>
          <a:noFill/>
          <a:ln>
            <a:noFill/>
          </a:ln>
        </p:spPr>
        <p:txBody>
          <a:bodyPr anchorCtr="0" anchor="t" bIns="0" lIns="0" spcFirstLastPara="1" rIns="0" wrap="square" tIns="0">
            <a:spAutoFit/>
          </a:bodyPr>
          <a:lstStyle>
            <a:lvl1pPr indent="-431800" lvl="0" marL="457200" algn="l">
              <a:lnSpc>
                <a:spcPct val="100000"/>
              </a:lnSpc>
              <a:spcBef>
                <a:spcPts val="640"/>
              </a:spcBef>
              <a:spcAft>
                <a:spcPts val="0"/>
              </a:spcAft>
              <a:buClr>
                <a:schemeClr val="dk1"/>
              </a:buClr>
              <a:buSzPts val="32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8" name="Google Shape;708;p160"/>
          <p:cNvSpPr txBox="1"/>
          <p:nvPr>
            <p:ph idx="2" type="body"/>
          </p:nvPr>
        </p:nvSpPr>
        <p:spPr>
          <a:xfrm>
            <a:off x="4709160" y="1577340"/>
            <a:ext cx="3977640" cy="492443"/>
          </a:xfrm>
          <a:prstGeom prst="rect">
            <a:avLst/>
          </a:prstGeom>
          <a:noFill/>
          <a:ln>
            <a:noFill/>
          </a:ln>
        </p:spPr>
        <p:txBody>
          <a:bodyPr anchorCtr="0" anchor="t" bIns="0" lIns="0" spcFirstLastPara="1" rIns="0" wrap="square" tIns="0">
            <a:spAutoFit/>
          </a:bodyPr>
          <a:lstStyle>
            <a:lvl1pPr indent="-431800" lvl="0" marL="457200" algn="l">
              <a:lnSpc>
                <a:spcPct val="100000"/>
              </a:lnSpc>
              <a:spcBef>
                <a:spcPts val="640"/>
              </a:spcBef>
              <a:spcAft>
                <a:spcPts val="0"/>
              </a:spcAft>
              <a:buClr>
                <a:schemeClr val="dk1"/>
              </a:buClr>
              <a:buSzPts val="32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9" name="Google Shape;709;p160"/>
          <p:cNvSpPr txBox="1"/>
          <p:nvPr>
            <p:ph idx="11" type="ftr"/>
          </p:nvPr>
        </p:nvSpPr>
        <p:spPr>
          <a:xfrm>
            <a:off x="4096345" y="6564312"/>
            <a:ext cx="951547" cy="169545"/>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750" u="none" cap="none" strike="noStrike">
                <a:solidFill>
                  <a:srgbClr val="7F7F7F"/>
                </a:solidFill>
                <a:latin typeface="Libre Franklin Medium"/>
                <a:ea typeface="Libre Franklin Medium"/>
                <a:cs typeface="Libre Franklin Medium"/>
                <a:sym typeface="Libre Franklin Medium"/>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10" name="Google Shape;710;p160"/>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11" name="Google Shape;711;p160"/>
          <p:cNvSpPr txBox="1"/>
          <p:nvPr>
            <p:ph idx="12" type="sldNum"/>
          </p:nvPr>
        </p:nvSpPr>
        <p:spPr>
          <a:xfrm>
            <a:off x="8736711" y="6549624"/>
            <a:ext cx="173831" cy="184150"/>
          </a:xfrm>
          <a:prstGeom prst="rect">
            <a:avLst/>
          </a:prstGeom>
          <a:noFill/>
          <a:ln>
            <a:noFill/>
          </a:ln>
        </p:spPr>
        <p:txBody>
          <a:bodyPr anchorCtr="0" anchor="t" bIns="0" lIns="0" spcFirstLastPara="1" rIns="0" wrap="square" tIns="0">
            <a:noAutofit/>
          </a:bodyPr>
          <a:lstStyle>
            <a:lvl1pPr indent="0" lvl="0"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1pPr>
            <a:lvl2pPr indent="0" lvl="1"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2pPr>
            <a:lvl3pPr indent="0" lvl="2"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3pPr>
            <a:lvl4pPr indent="0" lvl="3"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4pPr>
            <a:lvl5pPr indent="0" lvl="4"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5pPr>
            <a:lvl6pPr indent="0" lvl="5"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6pPr>
            <a:lvl7pPr indent="0" lvl="6"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7pPr>
            <a:lvl8pPr indent="0" lvl="7"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8pPr>
            <a:lvl9pPr indent="0" lvl="8"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9pPr>
          </a:lstStyle>
          <a:p>
            <a:pPr indent="0" lvl="0" marL="2857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712" name="Shape 712"/>
        <p:cNvGrpSpPr/>
        <p:nvPr/>
      </p:nvGrpSpPr>
      <p:grpSpPr>
        <a:xfrm>
          <a:off x="0" y="0"/>
          <a:ext cx="0" cy="0"/>
          <a:chOff x="0" y="0"/>
          <a:chExt cx="0" cy="0"/>
        </a:xfrm>
      </p:grpSpPr>
      <p:sp>
        <p:nvSpPr>
          <p:cNvPr id="713" name="Google Shape;713;p161"/>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b="0" i="0" sz="2774">
                <a:solidFill>
                  <a:srgbClr val="3333B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4" name="Google Shape;714;p161"/>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67030" lvl="0" marL="457200" algn="l">
              <a:lnSpc>
                <a:spcPct val="100000"/>
              </a:lnSpc>
              <a:spcBef>
                <a:spcPts val="436"/>
              </a:spcBef>
              <a:spcAft>
                <a:spcPts val="0"/>
              </a:spcAft>
              <a:buClr>
                <a:schemeClr val="dk1"/>
              </a:buClr>
              <a:buSzPts val="2180"/>
              <a:buChar char="•"/>
              <a:defRPr b="0" i="0" sz="2180">
                <a:solidFill>
                  <a:schemeClr val="dk1"/>
                </a:solidFill>
                <a:latin typeface="Tahoma"/>
                <a:ea typeface="Tahoma"/>
                <a:cs typeface="Tahoma"/>
                <a:sym typeface="Tahom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5" name="Google Shape;715;p161"/>
          <p:cNvSpPr txBox="1"/>
          <p:nvPr>
            <p:ph idx="11" type="ftr"/>
          </p:nvPr>
        </p:nvSpPr>
        <p:spPr>
          <a:xfrm>
            <a:off x="3108960" y="6377940"/>
            <a:ext cx="2926080" cy="3428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16" name="Google Shape;716;p161"/>
          <p:cNvSpPr txBox="1"/>
          <p:nvPr>
            <p:ph idx="10" type="dt"/>
          </p:nvPr>
        </p:nvSpPr>
        <p:spPr>
          <a:xfrm>
            <a:off x="457201" y="6377940"/>
            <a:ext cx="2103120" cy="3428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17" name="Google Shape;717;p161"/>
          <p:cNvSpPr txBox="1"/>
          <p:nvPr>
            <p:ph idx="12" type="sldNum"/>
          </p:nvPr>
        </p:nvSpPr>
        <p:spPr>
          <a:xfrm>
            <a:off x="6583681" y="6377940"/>
            <a:ext cx="2103120" cy="342899"/>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1pPr>
            <a:lvl2pPr indent="0" lvl="1"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2pPr>
            <a:lvl3pPr indent="0" lvl="2"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3pPr>
            <a:lvl4pPr indent="0" lvl="3"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4pPr>
            <a:lvl5pPr indent="0" lvl="4"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5pPr>
            <a:lvl6pPr indent="0" lvl="5"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6pPr>
            <a:lvl7pPr indent="0" lvl="6"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7pPr>
            <a:lvl8pPr indent="0" lvl="7"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8pPr>
            <a:lvl9pPr indent="0" lvl="8"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730" name="Shape 730"/>
        <p:cNvGrpSpPr/>
        <p:nvPr/>
      </p:nvGrpSpPr>
      <p:grpSpPr>
        <a:xfrm>
          <a:off x="0" y="0"/>
          <a:ext cx="0" cy="0"/>
          <a:chOff x="0" y="0"/>
          <a:chExt cx="0" cy="0"/>
        </a:xfrm>
      </p:grpSpPr>
      <p:sp>
        <p:nvSpPr>
          <p:cNvPr id="731" name="Google Shape;731;p7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732" name="Google Shape;732;p74"/>
          <p:cNvGrpSpPr/>
          <p:nvPr/>
        </p:nvGrpSpPr>
        <p:grpSpPr>
          <a:xfrm>
            <a:off x="2084388" y="6550025"/>
            <a:ext cx="7059612" cy="49213"/>
            <a:chOff x="2083888" y="6550671"/>
            <a:chExt cx="7060112" cy="48665"/>
          </a:xfrm>
        </p:grpSpPr>
        <p:sp>
          <p:nvSpPr>
            <p:cNvPr id="733" name="Google Shape;733;p7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34" name="Google Shape;734;p7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35" name="Google Shape;735;p7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736" name="Google Shape;736;p7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737" name="Google Shape;737;p74"/>
          <p:cNvGrpSpPr/>
          <p:nvPr/>
        </p:nvGrpSpPr>
        <p:grpSpPr>
          <a:xfrm>
            <a:off x="2133600" y="6553200"/>
            <a:ext cx="7010400" cy="46038"/>
            <a:chOff x="1905000" y="6553200"/>
            <a:chExt cx="7010400" cy="45719"/>
          </a:xfrm>
        </p:grpSpPr>
        <p:sp>
          <p:nvSpPr>
            <p:cNvPr id="738" name="Google Shape;738;p7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39" name="Google Shape;739;p7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40" name="Google Shape;740;p7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741" name="Google Shape;741;p74"/>
          <p:cNvGrpSpPr/>
          <p:nvPr/>
        </p:nvGrpSpPr>
        <p:grpSpPr>
          <a:xfrm>
            <a:off x="0" y="1295400"/>
            <a:ext cx="7010400" cy="46038"/>
            <a:chOff x="1905000" y="6553200"/>
            <a:chExt cx="7010400" cy="45719"/>
          </a:xfrm>
        </p:grpSpPr>
        <p:sp>
          <p:nvSpPr>
            <p:cNvPr id="742" name="Google Shape;742;p7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43" name="Google Shape;743;p7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44" name="Google Shape;744;p7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745" name="Google Shape;745;p74"/>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6" name="Google Shape;746;p7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747" name="Shape 747"/>
        <p:cNvGrpSpPr/>
        <p:nvPr/>
      </p:nvGrpSpPr>
      <p:grpSpPr>
        <a:xfrm>
          <a:off x="0" y="0"/>
          <a:ext cx="0" cy="0"/>
          <a:chOff x="0" y="0"/>
          <a:chExt cx="0" cy="0"/>
        </a:xfrm>
      </p:grpSpPr>
      <p:sp>
        <p:nvSpPr>
          <p:cNvPr id="748" name="Google Shape;748;p75"/>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749" name="Google Shape;749;p75"/>
          <p:cNvGrpSpPr/>
          <p:nvPr/>
        </p:nvGrpSpPr>
        <p:grpSpPr>
          <a:xfrm>
            <a:off x="2084388" y="6550025"/>
            <a:ext cx="7059612" cy="49213"/>
            <a:chOff x="2083888" y="6550671"/>
            <a:chExt cx="7060112" cy="48665"/>
          </a:xfrm>
        </p:grpSpPr>
        <p:sp>
          <p:nvSpPr>
            <p:cNvPr id="750" name="Google Shape;750;p7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51" name="Google Shape;751;p7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52" name="Google Shape;752;p7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753" name="Google Shape;753;p75"/>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754" name="Google Shape;754;p75"/>
          <p:cNvGrpSpPr/>
          <p:nvPr/>
        </p:nvGrpSpPr>
        <p:grpSpPr>
          <a:xfrm>
            <a:off x="2133600" y="6553200"/>
            <a:ext cx="7010400" cy="46038"/>
            <a:chOff x="1905000" y="6553200"/>
            <a:chExt cx="7010400" cy="45719"/>
          </a:xfrm>
        </p:grpSpPr>
        <p:sp>
          <p:nvSpPr>
            <p:cNvPr id="755" name="Google Shape;755;p7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56" name="Google Shape;756;p7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57" name="Google Shape;757;p7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758" name="Google Shape;758;p75"/>
          <p:cNvGrpSpPr/>
          <p:nvPr/>
        </p:nvGrpSpPr>
        <p:grpSpPr>
          <a:xfrm>
            <a:off x="0" y="1295400"/>
            <a:ext cx="7010400" cy="46038"/>
            <a:chOff x="1905000" y="6553200"/>
            <a:chExt cx="7010400" cy="45719"/>
          </a:xfrm>
        </p:grpSpPr>
        <p:sp>
          <p:nvSpPr>
            <p:cNvPr id="759" name="Google Shape;759;p7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60" name="Google Shape;760;p7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61" name="Google Shape;761;p7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62" name="Shape 762"/>
        <p:cNvGrpSpPr/>
        <p:nvPr/>
      </p:nvGrpSpPr>
      <p:grpSpPr>
        <a:xfrm>
          <a:off x="0" y="0"/>
          <a:ext cx="0" cy="0"/>
          <a:chOff x="0" y="0"/>
          <a:chExt cx="0" cy="0"/>
        </a:xfrm>
      </p:grpSpPr>
      <p:sp>
        <p:nvSpPr>
          <p:cNvPr id="763" name="Google Shape;763;p186"/>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64" name="Google Shape;764;p18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765" name="Google Shape;765;p18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66" name="Google Shape;766;p18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67" name="Google Shape;767;p18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68" name="Shape 768"/>
        <p:cNvGrpSpPr/>
        <p:nvPr/>
      </p:nvGrpSpPr>
      <p:grpSpPr>
        <a:xfrm>
          <a:off x="0" y="0"/>
          <a:ext cx="0" cy="0"/>
          <a:chOff x="0" y="0"/>
          <a:chExt cx="0" cy="0"/>
        </a:xfrm>
      </p:grpSpPr>
      <p:sp>
        <p:nvSpPr>
          <p:cNvPr id="769" name="Google Shape;769;p18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70" name="Google Shape;770;p1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1" name="Google Shape;771;p187"/>
          <p:cNvSpPr txBox="1"/>
          <p:nvPr>
            <p:ph idx="11" type="ftr"/>
          </p:nvPr>
        </p:nvSpPr>
        <p:spPr>
          <a:xfrm>
            <a:off x="2195513" y="6237288"/>
            <a:ext cx="4392612"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72" name="Google Shape;772;p187"/>
          <p:cNvSpPr txBox="1"/>
          <p:nvPr>
            <p:ph idx="12" type="sldNum"/>
          </p:nvPr>
        </p:nvSpPr>
        <p:spPr>
          <a:xfrm>
            <a:off x="8532813" y="6237288"/>
            <a:ext cx="611187" cy="29368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3" name="Shape 773"/>
        <p:cNvGrpSpPr/>
        <p:nvPr/>
      </p:nvGrpSpPr>
      <p:grpSpPr>
        <a:xfrm>
          <a:off x="0" y="0"/>
          <a:ext cx="0" cy="0"/>
          <a:chOff x="0" y="0"/>
          <a:chExt cx="0" cy="0"/>
        </a:xfrm>
      </p:grpSpPr>
      <p:sp>
        <p:nvSpPr>
          <p:cNvPr id="774" name="Google Shape;774;p18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75" name="Google Shape;775;p18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776" name="Google Shape;776;p18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77" name="Google Shape;777;p18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78" name="Google Shape;778;p18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79" name="Shape 779"/>
        <p:cNvGrpSpPr/>
        <p:nvPr/>
      </p:nvGrpSpPr>
      <p:grpSpPr>
        <a:xfrm>
          <a:off x="0" y="0"/>
          <a:ext cx="0" cy="0"/>
          <a:chOff x="0" y="0"/>
          <a:chExt cx="0" cy="0"/>
        </a:xfrm>
      </p:grpSpPr>
      <p:sp>
        <p:nvSpPr>
          <p:cNvPr id="780" name="Google Shape;780;p18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81" name="Google Shape;781;p18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82" name="Google Shape;782;p18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83" name="Google Shape;783;p18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84" name="Google Shape;784;p18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85" name="Google Shape;785;p18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6" name="Shape 786"/>
        <p:cNvGrpSpPr/>
        <p:nvPr/>
      </p:nvGrpSpPr>
      <p:grpSpPr>
        <a:xfrm>
          <a:off x="0" y="0"/>
          <a:ext cx="0" cy="0"/>
          <a:chOff x="0" y="0"/>
          <a:chExt cx="0" cy="0"/>
        </a:xfrm>
      </p:grpSpPr>
      <p:sp>
        <p:nvSpPr>
          <p:cNvPr id="787" name="Google Shape;787;p19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88" name="Google Shape;788;p19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789" name="Google Shape;789;p19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790" name="Google Shape;790;p19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791" name="Google Shape;791;p19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792" name="Google Shape;792;p19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93" name="Google Shape;793;p19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94" name="Google Shape;794;p19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5" name="Shape 795"/>
        <p:cNvGrpSpPr/>
        <p:nvPr/>
      </p:nvGrpSpPr>
      <p:grpSpPr>
        <a:xfrm>
          <a:off x="0" y="0"/>
          <a:ext cx="0" cy="0"/>
          <a:chOff x="0" y="0"/>
          <a:chExt cx="0" cy="0"/>
        </a:xfrm>
      </p:grpSpPr>
      <p:sp>
        <p:nvSpPr>
          <p:cNvPr id="796" name="Google Shape;796;p19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97" name="Google Shape;797;p19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98" name="Google Shape;798;p19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799" name="Google Shape;799;p19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0" name="Shape 800"/>
        <p:cNvGrpSpPr/>
        <p:nvPr/>
      </p:nvGrpSpPr>
      <p:grpSpPr>
        <a:xfrm>
          <a:off x="0" y="0"/>
          <a:ext cx="0" cy="0"/>
          <a:chOff x="0" y="0"/>
          <a:chExt cx="0" cy="0"/>
        </a:xfrm>
      </p:grpSpPr>
      <p:sp>
        <p:nvSpPr>
          <p:cNvPr id="801" name="Google Shape;801;p19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02" name="Google Shape;802;p19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03" name="Google Shape;803;p19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4" name="Shape 804"/>
        <p:cNvGrpSpPr/>
        <p:nvPr/>
      </p:nvGrpSpPr>
      <p:grpSpPr>
        <a:xfrm>
          <a:off x="0" y="0"/>
          <a:ext cx="0" cy="0"/>
          <a:chOff x="0" y="0"/>
          <a:chExt cx="0" cy="0"/>
        </a:xfrm>
      </p:grpSpPr>
      <p:sp>
        <p:nvSpPr>
          <p:cNvPr id="805" name="Google Shape;805;p19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06" name="Google Shape;806;p19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807" name="Google Shape;807;p19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08" name="Google Shape;808;p19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09" name="Google Shape;809;p19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10" name="Google Shape;810;p19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1" name="Shape 811"/>
        <p:cNvGrpSpPr/>
        <p:nvPr/>
      </p:nvGrpSpPr>
      <p:grpSpPr>
        <a:xfrm>
          <a:off x="0" y="0"/>
          <a:ext cx="0" cy="0"/>
          <a:chOff x="0" y="0"/>
          <a:chExt cx="0" cy="0"/>
        </a:xfrm>
      </p:grpSpPr>
      <p:sp>
        <p:nvSpPr>
          <p:cNvPr id="812" name="Google Shape;812;p19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13" name="Google Shape;813;p194"/>
          <p:cNvSpPr/>
          <p:nvPr>
            <p:ph idx="2" type="pic"/>
          </p:nvPr>
        </p:nvSpPr>
        <p:spPr>
          <a:xfrm>
            <a:off x="1792288" y="612775"/>
            <a:ext cx="5486400" cy="4114800"/>
          </a:xfrm>
          <a:prstGeom prst="rect">
            <a:avLst/>
          </a:prstGeom>
          <a:noFill/>
          <a:ln>
            <a:noFill/>
          </a:ln>
        </p:spPr>
      </p:sp>
      <p:sp>
        <p:nvSpPr>
          <p:cNvPr id="814" name="Google Shape;814;p19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15" name="Google Shape;815;p19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16" name="Google Shape;816;p19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17" name="Google Shape;817;p19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8" name="Shape 818"/>
        <p:cNvGrpSpPr/>
        <p:nvPr/>
      </p:nvGrpSpPr>
      <p:grpSpPr>
        <a:xfrm>
          <a:off x="0" y="0"/>
          <a:ext cx="0" cy="0"/>
          <a:chOff x="0" y="0"/>
          <a:chExt cx="0" cy="0"/>
        </a:xfrm>
      </p:grpSpPr>
      <p:sp>
        <p:nvSpPr>
          <p:cNvPr id="819" name="Google Shape;819;p19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20" name="Google Shape;820;p19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1" name="Google Shape;821;p19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22" name="Google Shape;822;p19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23" name="Google Shape;823;p19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4" name="Shape 824"/>
        <p:cNvGrpSpPr/>
        <p:nvPr/>
      </p:nvGrpSpPr>
      <p:grpSpPr>
        <a:xfrm>
          <a:off x="0" y="0"/>
          <a:ext cx="0" cy="0"/>
          <a:chOff x="0" y="0"/>
          <a:chExt cx="0" cy="0"/>
        </a:xfrm>
      </p:grpSpPr>
      <p:sp>
        <p:nvSpPr>
          <p:cNvPr id="825" name="Google Shape;825;p196"/>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26" name="Google Shape;826;p19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7" name="Google Shape;827;p19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28" name="Google Shape;828;p19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29" name="Google Shape;829;p19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830" name="Shape 830"/>
        <p:cNvGrpSpPr/>
        <p:nvPr/>
      </p:nvGrpSpPr>
      <p:grpSpPr>
        <a:xfrm>
          <a:off x="0" y="0"/>
          <a:ext cx="0" cy="0"/>
          <a:chOff x="0" y="0"/>
          <a:chExt cx="0" cy="0"/>
        </a:xfrm>
      </p:grpSpPr>
      <p:sp>
        <p:nvSpPr>
          <p:cNvPr id="831" name="Google Shape;831;p19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832" name="Google Shape;832;p197"/>
          <p:cNvGrpSpPr/>
          <p:nvPr/>
        </p:nvGrpSpPr>
        <p:grpSpPr>
          <a:xfrm>
            <a:off x="2084388" y="6550025"/>
            <a:ext cx="7059612" cy="49213"/>
            <a:chOff x="2083888" y="6550671"/>
            <a:chExt cx="7060112" cy="48665"/>
          </a:xfrm>
        </p:grpSpPr>
        <p:sp>
          <p:nvSpPr>
            <p:cNvPr id="833" name="Google Shape;833;p19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34" name="Google Shape;834;p19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35" name="Google Shape;835;p19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836" name="Google Shape;836;p19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837" name="Google Shape;837;p197"/>
          <p:cNvGrpSpPr/>
          <p:nvPr/>
        </p:nvGrpSpPr>
        <p:grpSpPr>
          <a:xfrm>
            <a:off x="2133600" y="6553200"/>
            <a:ext cx="7010400" cy="46038"/>
            <a:chOff x="1905000" y="6553200"/>
            <a:chExt cx="7010400" cy="45719"/>
          </a:xfrm>
        </p:grpSpPr>
        <p:sp>
          <p:nvSpPr>
            <p:cNvPr id="838" name="Google Shape;838;p19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39" name="Google Shape;839;p19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40" name="Google Shape;840;p19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841" name="Google Shape;841;p197"/>
          <p:cNvGrpSpPr/>
          <p:nvPr/>
        </p:nvGrpSpPr>
        <p:grpSpPr>
          <a:xfrm>
            <a:off x="0" y="1295400"/>
            <a:ext cx="7010400" cy="46038"/>
            <a:chOff x="1905000" y="6553200"/>
            <a:chExt cx="7010400" cy="45719"/>
          </a:xfrm>
        </p:grpSpPr>
        <p:sp>
          <p:nvSpPr>
            <p:cNvPr id="842" name="Google Shape;842;p19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43" name="Google Shape;843;p19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44" name="Google Shape;844;p19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845" name="Google Shape;845;p19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46" name="Google Shape;846;p19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847" name="Shape 847"/>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848" name="Shape 848"/>
        <p:cNvGrpSpPr/>
        <p:nvPr/>
      </p:nvGrpSpPr>
      <p:grpSpPr>
        <a:xfrm>
          <a:off x="0" y="0"/>
          <a:ext cx="0" cy="0"/>
          <a:chOff x="0" y="0"/>
          <a:chExt cx="0" cy="0"/>
        </a:xfrm>
      </p:grpSpPr>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849" name="Shape 849"/>
        <p:cNvGrpSpPr/>
        <p:nvPr/>
      </p:nvGrpSpPr>
      <p:grpSpPr>
        <a:xfrm>
          <a:off x="0" y="0"/>
          <a:ext cx="0" cy="0"/>
          <a:chOff x="0" y="0"/>
          <a:chExt cx="0" cy="0"/>
        </a:xfrm>
      </p:grpSpPr>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2" name="Shape 862"/>
        <p:cNvGrpSpPr/>
        <p:nvPr/>
      </p:nvGrpSpPr>
      <p:grpSpPr>
        <a:xfrm>
          <a:off x="0" y="0"/>
          <a:ext cx="0" cy="0"/>
          <a:chOff x="0" y="0"/>
          <a:chExt cx="0" cy="0"/>
        </a:xfrm>
      </p:grpSpPr>
      <p:sp>
        <p:nvSpPr>
          <p:cNvPr id="863" name="Google Shape;863;p7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700"/>
              <a:buFont typeface="Cambria"/>
              <a:buNone/>
              <a:defRPr b="0" i="0" sz="2700" u="none" cap="none" strike="noStrike">
                <a:solidFill>
                  <a:schemeClr val="dk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4" name="Google Shape;864;p7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atin typeface="Cambria"/>
                <a:ea typeface="Cambria"/>
                <a:cs typeface="Cambria"/>
                <a:sym typeface="Cambria"/>
              </a:defRPr>
            </a:lvl1pPr>
            <a:lvl2pPr indent="-342900" lvl="1" marL="914400" algn="l">
              <a:lnSpc>
                <a:spcPct val="100000"/>
              </a:lnSpc>
              <a:spcBef>
                <a:spcPts val="360"/>
              </a:spcBef>
              <a:spcAft>
                <a:spcPts val="0"/>
              </a:spcAft>
              <a:buClr>
                <a:schemeClr val="dk1"/>
              </a:buClr>
              <a:buSzPts val="1800"/>
              <a:buChar char="–"/>
              <a:defRPr sz="1800">
                <a:latin typeface="Cambria"/>
                <a:ea typeface="Cambria"/>
                <a:cs typeface="Cambria"/>
                <a:sym typeface="Cambria"/>
              </a:defRPr>
            </a:lvl2pPr>
            <a:lvl3pPr indent="-342900" lvl="2" marL="1371600" algn="l">
              <a:lnSpc>
                <a:spcPct val="100000"/>
              </a:lnSpc>
              <a:spcBef>
                <a:spcPts val="360"/>
              </a:spcBef>
              <a:spcAft>
                <a:spcPts val="0"/>
              </a:spcAft>
              <a:buClr>
                <a:schemeClr val="dk1"/>
              </a:buClr>
              <a:buSzPts val="1800"/>
              <a:buChar char="•"/>
              <a:defRPr sz="1800">
                <a:latin typeface="Cambria"/>
                <a:ea typeface="Cambria"/>
                <a:cs typeface="Cambria"/>
                <a:sym typeface="Cambria"/>
              </a:defRPr>
            </a:lvl3pPr>
            <a:lvl4pPr indent="-342900" lvl="3" marL="1828800" algn="l">
              <a:lnSpc>
                <a:spcPct val="100000"/>
              </a:lnSpc>
              <a:spcBef>
                <a:spcPts val="360"/>
              </a:spcBef>
              <a:spcAft>
                <a:spcPts val="0"/>
              </a:spcAft>
              <a:buClr>
                <a:schemeClr val="dk1"/>
              </a:buClr>
              <a:buSzPts val="1800"/>
              <a:buChar char="–"/>
              <a:defRPr sz="1800">
                <a:latin typeface="Cambria"/>
                <a:ea typeface="Cambria"/>
                <a:cs typeface="Cambria"/>
                <a:sym typeface="Cambria"/>
              </a:defRPr>
            </a:lvl4pPr>
            <a:lvl5pPr indent="-342900" lvl="4" marL="2286000" algn="l">
              <a:lnSpc>
                <a:spcPct val="100000"/>
              </a:lnSpc>
              <a:spcBef>
                <a:spcPts val="360"/>
              </a:spcBef>
              <a:spcAft>
                <a:spcPts val="0"/>
              </a:spcAft>
              <a:buClr>
                <a:schemeClr val="dk1"/>
              </a:buClr>
              <a:buSzPts val="1800"/>
              <a:buChar char="»"/>
              <a:defRPr sz="1800">
                <a:latin typeface="Cambria"/>
                <a:ea typeface="Cambria"/>
                <a:cs typeface="Cambria"/>
                <a:sym typeface="Cambri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5" name="Google Shape;865;p77"/>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66" name="Google Shape;866;p7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867" name="Shape 867"/>
        <p:cNvGrpSpPr/>
        <p:nvPr/>
      </p:nvGrpSpPr>
      <p:grpSpPr>
        <a:xfrm>
          <a:off x="0" y="0"/>
          <a:ext cx="0" cy="0"/>
          <a:chOff x="0" y="0"/>
          <a:chExt cx="0" cy="0"/>
        </a:xfrm>
      </p:grpSpPr>
      <p:sp>
        <p:nvSpPr>
          <p:cNvPr id="868" name="Google Shape;868;p82"/>
          <p:cNvSpPr txBox="1"/>
          <p:nvPr/>
        </p:nvSpPr>
        <p:spPr>
          <a:xfrm>
            <a:off x="8153400" y="6550026"/>
            <a:ext cx="9906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869" name="Google Shape;869;p82"/>
          <p:cNvGrpSpPr/>
          <p:nvPr/>
        </p:nvGrpSpPr>
        <p:grpSpPr>
          <a:xfrm>
            <a:off x="2084388" y="6550027"/>
            <a:ext cx="7059612" cy="49213"/>
            <a:chOff x="2083888" y="6550671"/>
            <a:chExt cx="7060112" cy="48665"/>
          </a:xfrm>
        </p:grpSpPr>
        <p:sp>
          <p:nvSpPr>
            <p:cNvPr id="870" name="Google Shape;870;p8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71" name="Google Shape;871;p8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72" name="Google Shape;872;p8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873" name="Google Shape;873;p82"/>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874" name="Google Shape;874;p82"/>
          <p:cNvGrpSpPr/>
          <p:nvPr/>
        </p:nvGrpSpPr>
        <p:grpSpPr>
          <a:xfrm>
            <a:off x="2133600" y="6553200"/>
            <a:ext cx="7010400" cy="46038"/>
            <a:chOff x="1905000" y="6553200"/>
            <a:chExt cx="7010400" cy="45719"/>
          </a:xfrm>
        </p:grpSpPr>
        <p:sp>
          <p:nvSpPr>
            <p:cNvPr id="875" name="Google Shape;875;p8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76" name="Google Shape;876;p8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77" name="Google Shape;877;p8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878" name="Google Shape;878;p82"/>
          <p:cNvGrpSpPr/>
          <p:nvPr/>
        </p:nvGrpSpPr>
        <p:grpSpPr>
          <a:xfrm>
            <a:off x="0" y="1295400"/>
            <a:ext cx="7010400" cy="46038"/>
            <a:chOff x="1905000" y="6553200"/>
            <a:chExt cx="7010400" cy="45719"/>
          </a:xfrm>
        </p:grpSpPr>
        <p:sp>
          <p:nvSpPr>
            <p:cNvPr id="879" name="Google Shape;879;p8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80" name="Google Shape;880;p8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81" name="Google Shape;881;p8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82" name="Shape 882"/>
        <p:cNvGrpSpPr/>
        <p:nvPr/>
      </p:nvGrpSpPr>
      <p:grpSpPr>
        <a:xfrm>
          <a:off x="0" y="0"/>
          <a:ext cx="0" cy="0"/>
          <a:chOff x="0" y="0"/>
          <a:chExt cx="0" cy="0"/>
        </a:xfrm>
      </p:grpSpPr>
      <p:sp>
        <p:nvSpPr>
          <p:cNvPr id="883" name="Google Shape;883;p211"/>
          <p:cNvSpPr txBox="1"/>
          <p:nvPr>
            <p:ph type="ctrTitle"/>
          </p:nvPr>
        </p:nvSpPr>
        <p:spPr>
          <a:xfrm>
            <a:off x="685800" y="2130427"/>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84" name="Google Shape;884;p2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885" name="Google Shape;885;p211"/>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86" name="Google Shape;886;p211"/>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87" name="Google Shape;887;p211"/>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888" name="Shape 888"/>
        <p:cNvGrpSpPr/>
        <p:nvPr/>
      </p:nvGrpSpPr>
      <p:grpSpPr>
        <a:xfrm>
          <a:off x="0" y="0"/>
          <a:ext cx="0" cy="0"/>
          <a:chOff x="0" y="0"/>
          <a:chExt cx="0" cy="0"/>
        </a:xfrm>
      </p:grpSpPr>
      <p:sp>
        <p:nvSpPr>
          <p:cNvPr id="889" name="Google Shape;889;p21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0" name="Google Shape;890;p212"/>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1" name="Google Shape;891;p212"/>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92" name="Google Shape;892;p212"/>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893" name="Shape 893"/>
        <p:cNvGrpSpPr/>
        <p:nvPr/>
      </p:nvGrpSpPr>
      <p:grpSpPr>
        <a:xfrm>
          <a:off x="0" y="0"/>
          <a:ext cx="0" cy="0"/>
          <a:chOff x="0" y="0"/>
          <a:chExt cx="0" cy="0"/>
        </a:xfrm>
      </p:grpSpPr>
      <p:sp>
        <p:nvSpPr>
          <p:cNvPr id="894" name="Google Shape;894;p21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5" name="Google Shape;895;p21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6" name="Google Shape;896;p213"/>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97" name="Google Shape;897;p213"/>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898" name="Shape 898"/>
        <p:cNvGrpSpPr/>
        <p:nvPr/>
      </p:nvGrpSpPr>
      <p:grpSpPr>
        <a:xfrm>
          <a:off x="0" y="0"/>
          <a:ext cx="0" cy="0"/>
          <a:chOff x="0" y="0"/>
          <a:chExt cx="0" cy="0"/>
        </a:xfrm>
      </p:grpSpPr>
      <p:sp>
        <p:nvSpPr>
          <p:cNvPr id="899" name="Google Shape;899;p214"/>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00" name="Google Shape;900;p214"/>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01" name="Google Shape;901;p214"/>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02" name="Google Shape;902;p214"/>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3" name="Shape 903"/>
        <p:cNvGrpSpPr/>
        <p:nvPr/>
      </p:nvGrpSpPr>
      <p:grpSpPr>
        <a:xfrm>
          <a:off x="0" y="0"/>
          <a:ext cx="0" cy="0"/>
          <a:chOff x="0" y="0"/>
          <a:chExt cx="0" cy="0"/>
        </a:xfrm>
      </p:grpSpPr>
      <p:sp>
        <p:nvSpPr>
          <p:cNvPr id="904" name="Google Shape;904;p215"/>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Calibri"/>
              <a:buNone/>
              <a:defRPr b="1" i="0" sz="3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05" name="Google Shape;905;p2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906" name="Google Shape;906;p215"/>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07" name="Google Shape;907;p215"/>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08" name="Google Shape;908;p215"/>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09" name="Shape 909"/>
        <p:cNvGrpSpPr/>
        <p:nvPr/>
      </p:nvGrpSpPr>
      <p:grpSpPr>
        <a:xfrm>
          <a:off x="0" y="0"/>
          <a:ext cx="0" cy="0"/>
          <a:chOff x="0" y="0"/>
          <a:chExt cx="0" cy="0"/>
        </a:xfrm>
      </p:grpSpPr>
      <p:sp>
        <p:nvSpPr>
          <p:cNvPr id="910" name="Google Shape;910;p21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1" name="Google Shape;911;p216"/>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912" name="Google Shape;912;p216"/>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913" name="Google Shape;913;p216"/>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14" name="Google Shape;914;p216"/>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15" name="Google Shape;915;p216"/>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16" name="Shape 916"/>
        <p:cNvGrpSpPr/>
        <p:nvPr/>
      </p:nvGrpSpPr>
      <p:grpSpPr>
        <a:xfrm>
          <a:off x="0" y="0"/>
          <a:ext cx="0" cy="0"/>
          <a:chOff x="0" y="0"/>
          <a:chExt cx="0" cy="0"/>
        </a:xfrm>
      </p:grpSpPr>
      <p:sp>
        <p:nvSpPr>
          <p:cNvPr id="917" name="Google Shape;917;p21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8" name="Google Shape;918;p2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919" name="Google Shape;919;p2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920" name="Google Shape;920;p217"/>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921" name="Google Shape;921;p217"/>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922" name="Google Shape;922;p217"/>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23" name="Google Shape;923;p217"/>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24" name="Google Shape;924;p217"/>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5" name="Shape 925"/>
        <p:cNvGrpSpPr/>
        <p:nvPr/>
      </p:nvGrpSpPr>
      <p:grpSpPr>
        <a:xfrm>
          <a:off x="0" y="0"/>
          <a:ext cx="0" cy="0"/>
          <a:chOff x="0" y="0"/>
          <a:chExt cx="0" cy="0"/>
        </a:xfrm>
      </p:grpSpPr>
      <p:sp>
        <p:nvSpPr>
          <p:cNvPr id="926" name="Google Shape;926;p21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27" name="Google Shape;927;p218"/>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28" name="Google Shape;928;p218"/>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29" name="Google Shape;929;p218"/>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0" name="Shape 930"/>
        <p:cNvGrpSpPr/>
        <p:nvPr/>
      </p:nvGrpSpPr>
      <p:grpSpPr>
        <a:xfrm>
          <a:off x="0" y="0"/>
          <a:ext cx="0" cy="0"/>
          <a:chOff x="0" y="0"/>
          <a:chExt cx="0" cy="0"/>
        </a:xfrm>
      </p:grpSpPr>
      <p:sp>
        <p:nvSpPr>
          <p:cNvPr id="931" name="Google Shape;931;p219"/>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32" name="Google Shape;932;p219"/>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33" name="Google Shape;933;p219"/>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34" name="Shape 934"/>
        <p:cNvGrpSpPr/>
        <p:nvPr/>
      </p:nvGrpSpPr>
      <p:grpSpPr>
        <a:xfrm>
          <a:off x="0" y="0"/>
          <a:ext cx="0" cy="0"/>
          <a:chOff x="0" y="0"/>
          <a:chExt cx="0" cy="0"/>
        </a:xfrm>
      </p:grpSpPr>
      <p:sp>
        <p:nvSpPr>
          <p:cNvPr id="935" name="Google Shape;935;p220"/>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36" name="Google Shape;936;p220"/>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937" name="Google Shape;937;p220"/>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938" name="Google Shape;938;p220"/>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39" name="Google Shape;939;p220"/>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40" name="Google Shape;940;p220"/>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41" name="Shape 941"/>
        <p:cNvGrpSpPr/>
        <p:nvPr/>
      </p:nvGrpSpPr>
      <p:grpSpPr>
        <a:xfrm>
          <a:off x="0" y="0"/>
          <a:ext cx="0" cy="0"/>
          <a:chOff x="0" y="0"/>
          <a:chExt cx="0" cy="0"/>
        </a:xfrm>
      </p:grpSpPr>
      <p:sp>
        <p:nvSpPr>
          <p:cNvPr id="942" name="Google Shape;942;p2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43" name="Google Shape;943;p221"/>
          <p:cNvSpPr/>
          <p:nvPr>
            <p:ph idx="2" type="pic"/>
          </p:nvPr>
        </p:nvSpPr>
        <p:spPr>
          <a:xfrm>
            <a:off x="1792288" y="612775"/>
            <a:ext cx="5486400" cy="4114800"/>
          </a:xfrm>
          <a:prstGeom prst="rect">
            <a:avLst/>
          </a:prstGeom>
          <a:noFill/>
          <a:ln>
            <a:noFill/>
          </a:ln>
        </p:spPr>
      </p:sp>
      <p:sp>
        <p:nvSpPr>
          <p:cNvPr id="944" name="Google Shape;944;p2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945" name="Google Shape;945;p221"/>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46" name="Google Shape;946;p221"/>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47" name="Google Shape;947;p221"/>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8" name="Shape 948"/>
        <p:cNvGrpSpPr/>
        <p:nvPr/>
      </p:nvGrpSpPr>
      <p:grpSpPr>
        <a:xfrm>
          <a:off x="0" y="0"/>
          <a:ext cx="0" cy="0"/>
          <a:chOff x="0" y="0"/>
          <a:chExt cx="0" cy="0"/>
        </a:xfrm>
      </p:grpSpPr>
      <p:sp>
        <p:nvSpPr>
          <p:cNvPr id="949" name="Google Shape;949;p22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50" name="Google Shape;950;p222"/>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51" name="Google Shape;951;p222"/>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52" name="Google Shape;952;p222"/>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53" name="Google Shape;953;p222"/>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4" name="Shape 954"/>
        <p:cNvGrpSpPr/>
        <p:nvPr/>
      </p:nvGrpSpPr>
      <p:grpSpPr>
        <a:xfrm>
          <a:off x="0" y="0"/>
          <a:ext cx="0" cy="0"/>
          <a:chOff x="0" y="0"/>
          <a:chExt cx="0" cy="0"/>
        </a:xfrm>
      </p:grpSpPr>
      <p:sp>
        <p:nvSpPr>
          <p:cNvPr id="955" name="Google Shape;955;p223"/>
          <p:cNvSpPr txBox="1"/>
          <p:nvPr>
            <p:ph type="title"/>
          </p:nvPr>
        </p:nvSpPr>
        <p:spPr>
          <a:xfrm rot="5400000">
            <a:off x="4732338" y="2171703"/>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56" name="Google Shape;956;p223"/>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57" name="Google Shape;957;p223"/>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58" name="Google Shape;958;p223"/>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959" name="Google Shape;959;p223"/>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960" name="Shape 960"/>
        <p:cNvGrpSpPr/>
        <p:nvPr/>
      </p:nvGrpSpPr>
      <p:grpSpPr>
        <a:xfrm>
          <a:off x="0" y="0"/>
          <a:ext cx="0" cy="0"/>
          <a:chOff x="0" y="0"/>
          <a:chExt cx="0" cy="0"/>
        </a:xfrm>
      </p:grpSpPr>
      <p:sp>
        <p:nvSpPr>
          <p:cNvPr id="961" name="Google Shape;961;p22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962" name="Google Shape;962;p22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63" name="Google Shape;963;p22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64" name="Google Shape;964;p22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965" name="Google Shape;965;p224"/>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966" name="Google Shape;966;p224"/>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967" name="Google Shape;967;p224"/>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968" name="Google Shape;968;p22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969" name="Google Shape;969;p22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70" name="Google Shape;970;p22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71" name="Google Shape;971;p22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972" name="Google Shape;972;p224"/>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973" name="Google Shape;973;p224"/>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974" name="Google Shape;974;p224"/>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975" name="Google Shape;975;p224"/>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350"/>
              <a:buNone/>
              <a:defRPr sz="135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76" name="Google Shape;976;p224"/>
          <p:cNvSpPr txBox="1"/>
          <p:nvPr>
            <p:ph type="title"/>
          </p:nvPr>
        </p:nvSpPr>
        <p:spPr>
          <a:xfrm>
            <a:off x="2514600" y="3810000"/>
            <a:ext cx="6019800" cy="1524000"/>
          </a:xfrm>
          <a:prstGeom prst="rect">
            <a:avLst/>
          </a:prstGeom>
          <a:noFill/>
          <a:ln>
            <a:noFill/>
          </a:ln>
        </p:spPr>
        <p:txBody>
          <a:bodyPr anchorCtr="0" anchor="t" bIns="45700" lIns="91425" spcFirstLastPara="1" rIns="91425" wrap="square" tIns="45700">
            <a:noAutofit/>
          </a:bodyPr>
          <a:lstStyle>
            <a:lvl1pPr lvl="0" marR="0" rtl="0" algn="l">
              <a:lnSpc>
                <a:spcPct val="90909"/>
              </a:lnSpc>
              <a:spcBef>
                <a:spcPts val="0"/>
              </a:spcBef>
              <a:spcAft>
                <a:spcPts val="0"/>
              </a:spcAft>
              <a:buClr>
                <a:schemeClr val="lt1"/>
              </a:buClr>
              <a:buSzPts val="3300"/>
              <a:buFont typeface="Calibri"/>
              <a:buNone/>
              <a:defRPr b="0" i="0" sz="33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977" name="Shape 977"/>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78" name="Shape 978"/>
        <p:cNvGrpSpPr/>
        <p:nvPr/>
      </p:nvGrpSpPr>
      <p:grpSpPr>
        <a:xfrm>
          <a:off x="0" y="0"/>
          <a:ext cx="0" cy="0"/>
          <a:chOff x="0" y="0"/>
          <a:chExt cx="0" cy="0"/>
        </a:xfrm>
      </p:grpSpPr>
      <p:sp>
        <p:nvSpPr>
          <p:cNvPr id="979" name="Google Shape;979;p226"/>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980" name="Google Shape;980;p226"/>
          <p:cNvGrpSpPr/>
          <p:nvPr/>
        </p:nvGrpSpPr>
        <p:grpSpPr>
          <a:xfrm>
            <a:off x="2084388" y="6550027"/>
            <a:ext cx="7059612" cy="49213"/>
            <a:chOff x="2083888" y="6550671"/>
            <a:chExt cx="7060112" cy="48665"/>
          </a:xfrm>
        </p:grpSpPr>
        <p:sp>
          <p:nvSpPr>
            <p:cNvPr id="981" name="Google Shape;981;p22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82" name="Google Shape;982;p22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83" name="Google Shape;983;p22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984" name="Google Shape;984;p226"/>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985" name="Google Shape;985;p226"/>
          <p:cNvGrpSpPr/>
          <p:nvPr/>
        </p:nvGrpSpPr>
        <p:grpSpPr>
          <a:xfrm>
            <a:off x="2133600" y="6553200"/>
            <a:ext cx="7010400" cy="46038"/>
            <a:chOff x="1905000" y="6553200"/>
            <a:chExt cx="7010400" cy="45719"/>
          </a:xfrm>
        </p:grpSpPr>
        <p:sp>
          <p:nvSpPr>
            <p:cNvPr id="986" name="Google Shape;986;p22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87" name="Google Shape;987;p22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88" name="Google Shape;988;p22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989" name="Google Shape;989;p226"/>
          <p:cNvGrpSpPr/>
          <p:nvPr/>
        </p:nvGrpSpPr>
        <p:grpSpPr>
          <a:xfrm>
            <a:off x="0" y="1295400"/>
            <a:ext cx="7010400" cy="46038"/>
            <a:chOff x="1905000" y="6553200"/>
            <a:chExt cx="7010400" cy="45719"/>
          </a:xfrm>
        </p:grpSpPr>
        <p:sp>
          <p:nvSpPr>
            <p:cNvPr id="990" name="Google Shape;990;p22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91" name="Google Shape;991;p22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92" name="Google Shape;992;p22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993" name="Google Shape;993;p226"/>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4" name="Google Shape;994;p22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995" name="Shape 995"/>
        <p:cNvGrpSpPr/>
        <p:nvPr/>
      </p:nvGrpSpPr>
      <p:grpSpPr>
        <a:xfrm>
          <a:off x="0" y="0"/>
          <a:ext cx="0" cy="0"/>
          <a:chOff x="0" y="0"/>
          <a:chExt cx="0" cy="0"/>
        </a:xfrm>
      </p:grpSpPr>
      <p:sp>
        <p:nvSpPr>
          <p:cNvPr id="996" name="Google Shape;996;p227"/>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997" name="Google Shape;997;p227"/>
          <p:cNvGrpSpPr/>
          <p:nvPr/>
        </p:nvGrpSpPr>
        <p:grpSpPr>
          <a:xfrm>
            <a:off x="2084388" y="6550027"/>
            <a:ext cx="7059612" cy="49213"/>
            <a:chOff x="2083888" y="6550671"/>
            <a:chExt cx="7060112" cy="48665"/>
          </a:xfrm>
        </p:grpSpPr>
        <p:sp>
          <p:nvSpPr>
            <p:cNvPr id="998" name="Google Shape;998;p22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999" name="Google Shape;999;p22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00" name="Google Shape;1000;p22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001" name="Google Shape;1001;p227"/>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002" name="Google Shape;1002;p227"/>
          <p:cNvGrpSpPr/>
          <p:nvPr/>
        </p:nvGrpSpPr>
        <p:grpSpPr>
          <a:xfrm>
            <a:off x="2133600" y="6553200"/>
            <a:ext cx="7010400" cy="46038"/>
            <a:chOff x="1905000" y="6553200"/>
            <a:chExt cx="7010400" cy="45719"/>
          </a:xfrm>
        </p:grpSpPr>
        <p:sp>
          <p:nvSpPr>
            <p:cNvPr id="1003" name="Google Shape;1003;p22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04" name="Google Shape;1004;p22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05" name="Google Shape;1005;p22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006" name="Google Shape;1006;p227"/>
          <p:cNvGrpSpPr/>
          <p:nvPr/>
        </p:nvGrpSpPr>
        <p:grpSpPr>
          <a:xfrm>
            <a:off x="0" y="1295400"/>
            <a:ext cx="7010400" cy="46038"/>
            <a:chOff x="1905000" y="6553200"/>
            <a:chExt cx="7010400" cy="45719"/>
          </a:xfrm>
        </p:grpSpPr>
        <p:sp>
          <p:nvSpPr>
            <p:cNvPr id="1007" name="Google Shape;1007;p22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08" name="Google Shape;1008;p22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09" name="Google Shape;1009;p22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010" name="Google Shape;1010;p227"/>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1" name="Google Shape;1011;p22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1012" name="Shape 1012"/>
        <p:cNvGrpSpPr/>
        <p:nvPr/>
      </p:nvGrpSpPr>
      <p:grpSpPr>
        <a:xfrm>
          <a:off x="0" y="0"/>
          <a:ext cx="0" cy="0"/>
          <a:chOff x="0" y="0"/>
          <a:chExt cx="0" cy="0"/>
        </a:xfrm>
      </p:grpSpPr>
      <p:sp>
        <p:nvSpPr>
          <p:cNvPr id="1013" name="Google Shape;1013;p228"/>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14" name="Google Shape;1014;p228"/>
          <p:cNvGrpSpPr/>
          <p:nvPr/>
        </p:nvGrpSpPr>
        <p:grpSpPr>
          <a:xfrm>
            <a:off x="2084388" y="6550027"/>
            <a:ext cx="7059612" cy="49213"/>
            <a:chOff x="2083888" y="6550671"/>
            <a:chExt cx="7060112" cy="48665"/>
          </a:xfrm>
        </p:grpSpPr>
        <p:sp>
          <p:nvSpPr>
            <p:cNvPr id="1015" name="Google Shape;1015;p22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16" name="Google Shape;1016;p22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17" name="Google Shape;1017;p22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018" name="Google Shape;1018;p228"/>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019" name="Google Shape;1019;p228"/>
          <p:cNvGrpSpPr/>
          <p:nvPr/>
        </p:nvGrpSpPr>
        <p:grpSpPr>
          <a:xfrm>
            <a:off x="2133600" y="6553200"/>
            <a:ext cx="7010400" cy="46038"/>
            <a:chOff x="1905000" y="6553200"/>
            <a:chExt cx="7010400" cy="45719"/>
          </a:xfrm>
        </p:grpSpPr>
        <p:sp>
          <p:nvSpPr>
            <p:cNvPr id="1020" name="Google Shape;1020;p22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21" name="Google Shape;1021;p22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22" name="Google Shape;1022;p22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023" name="Google Shape;1023;p228"/>
          <p:cNvGrpSpPr/>
          <p:nvPr/>
        </p:nvGrpSpPr>
        <p:grpSpPr>
          <a:xfrm>
            <a:off x="0" y="1295400"/>
            <a:ext cx="7010400" cy="46038"/>
            <a:chOff x="1905000" y="6553200"/>
            <a:chExt cx="7010400" cy="45719"/>
          </a:xfrm>
        </p:grpSpPr>
        <p:sp>
          <p:nvSpPr>
            <p:cNvPr id="1024" name="Google Shape;1024;p22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25" name="Google Shape;1025;p22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26" name="Google Shape;1026;p22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027" name="Google Shape;1027;p228"/>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28" name="Google Shape;1028;p22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1029" name="Shape 1029"/>
        <p:cNvGrpSpPr/>
        <p:nvPr/>
      </p:nvGrpSpPr>
      <p:grpSpPr>
        <a:xfrm>
          <a:off x="0" y="0"/>
          <a:ext cx="0" cy="0"/>
          <a:chOff x="0" y="0"/>
          <a:chExt cx="0" cy="0"/>
        </a:xfrm>
      </p:grpSpPr>
      <p:sp>
        <p:nvSpPr>
          <p:cNvPr id="1030" name="Google Shape;1030;p229"/>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31" name="Google Shape;1031;p229"/>
          <p:cNvGrpSpPr/>
          <p:nvPr/>
        </p:nvGrpSpPr>
        <p:grpSpPr>
          <a:xfrm>
            <a:off x="2084388" y="6550027"/>
            <a:ext cx="7059612" cy="49213"/>
            <a:chOff x="2083888" y="6550671"/>
            <a:chExt cx="7060112" cy="48665"/>
          </a:xfrm>
        </p:grpSpPr>
        <p:sp>
          <p:nvSpPr>
            <p:cNvPr id="1032" name="Google Shape;1032;p22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33" name="Google Shape;1033;p22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34" name="Google Shape;1034;p22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035" name="Google Shape;1035;p229"/>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036" name="Google Shape;1036;p229"/>
          <p:cNvGrpSpPr/>
          <p:nvPr/>
        </p:nvGrpSpPr>
        <p:grpSpPr>
          <a:xfrm>
            <a:off x="2133600" y="6553200"/>
            <a:ext cx="7010400" cy="46038"/>
            <a:chOff x="1905000" y="6553200"/>
            <a:chExt cx="7010400" cy="45719"/>
          </a:xfrm>
        </p:grpSpPr>
        <p:sp>
          <p:nvSpPr>
            <p:cNvPr id="1037" name="Google Shape;1037;p22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38" name="Google Shape;1038;p22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39" name="Google Shape;1039;p22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040" name="Google Shape;1040;p229"/>
          <p:cNvGrpSpPr/>
          <p:nvPr/>
        </p:nvGrpSpPr>
        <p:grpSpPr>
          <a:xfrm>
            <a:off x="0" y="1295400"/>
            <a:ext cx="7010400" cy="46038"/>
            <a:chOff x="1905000" y="6553200"/>
            <a:chExt cx="7010400" cy="45719"/>
          </a:xfrm>
        </p:grpSpPr>
        <p:sp>
          <p:nvSpPr>
            <p:cNvPr id="1041" name="Google Shape;1041;p22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42" name="Google Shape;1042;p22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43" name="Google Shape;1043;p22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044" name="Google Shape;1044;p229"/>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45" name="Google Shape;1045;p22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1046" name="Shape 1046"/>
        <p:cNvGrpSpPr/>
        <p:nvPr/>
      </p:nvGrpSpPr>
      <p:grpSpPr>
        <a:xfrm>
          <a:off x="0" y="0"/>
          <a:ext cx="0" cy="0"/>
          <a:chOff x="0" y="0"/>
          <a:chExt cx="0" cy="0"/>
        </a:xfrm>
      </p:grpSpPr>
      <p:sp>
        <p:nvSpPr>
          <p:cNvPr id="1047" name="Google Shape;1047;p230"/>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48" name="Google Shape;1048;p230"/>
          <p:cNvGrpSpPr/>
          <p:nvPr/>
        </p:nvGrpSpPr>
        <p:grpSpPr>
          <a:xfrm>
            <a:off x="2084388" y="6550027"/>
            <a:ext cx="7059612" cy="49213"/>
            <a:chOff x="2083888" y="6550671"/>
            <a:chExt cx="7060112" cy="48665"/>
          </a:xfrm>
        </p:grpSpPr>
        <p:sp>
          <p:nvSpPr>
            <p:cNvPr id="1049" name="Google Shape;1049;p23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50" name="Google Shape;1050;p23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51" name="Google Shape;1051;p23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052" name="Google Shape;1052;p230"/>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053" name="Google Shape;1053;p230"/>
          <p:cNvGrpSpPr/>
          <p:nvPr/>
        </p:nvGrpSpPr>
        <p:grpSpPr>
          <a:xfrm>
            <a:off x="2133600" y="6553200"/>
            <a:ext cx="7010400" cy="46038"/>
            <a:chOff x="1905000" y="6553200"/>
            <a:chExt cx="7010400" cy="45719"/>
          </a:xfrm>
        </p:grpSpPr>
        <p:sp>
          <p:nvSpPr>
            <p:cNvPr id="1054" name="Google Shape;1054;p23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55" name="Google Shape;1055;p23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56" name="Google Shape;1056;p23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057" name="Google Shape;1057;p230"/>
          <p:cNvGrpSpPr/>
          <p:nvPr/>
        </p:nvGrpSpPr>
        <p:grpSpPr>
          <a:xfrm>
            <a:off x="0" y="1295400"/>
            <a:ext cx="7010400" cy="46038"/>
            <a:chOff x="1905000" y="6553200"/>
            <a:chExt cx="7010400" cy="45719"/>
          </a:xfrm>
        </p:grpSpPr>
        <p:sp>
          <p:nvSpPr>
            <p:cNvPr id="1058" name="Google Shape;1058;p23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59" name="Google Shape;1059;p23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60" name="Google Shape;1060;p23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061" name="Google Shape;1061;p230"/>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62" name="Google Shape;1062;p23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1063" name="Shape 1063"/>
        <p:cNvGrpSpPr/>
        <p:nvPr/>
      </p:nvGrpSpPr>
      <p:grpSpPr>
        <a:xfrm>
          <a:off x="0" y="0"/>
          <a:ext cx="0" cy="0"/>
          <a:chOff x="0" y="0"/>
          <a:chExt cx="0" cy="0"/>
        </a:xfrm>
      </p:grpSpPr>
      <p:sp>
        <p:nvSpPr>
          <p:cNvPr id="1064" name="Google Shape;1064;p231"/>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65" name="Google Shape;1065;p231"/>
          <p:cNvGrpSpPr/>
          <p:nvPr/>
        </p:nvGrpSpPr>
        <p:grpSpPr>
          <a:xfrm>
            <a:off x="2084388" y="6550027"/>
            <a:ext cx="7059612" cy="49213"/>
            <a:chOff x="2083888" y="6550671"/>
            <a:chExt cx="7060112" cy="48665"/>
          </a:xfrm>
        </p:grpSpPr>
        <p:sp>
          <p:nvSpPr>
            <p:cNvPr id="1066" name="Google Shape;1066;p23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67" name="Google Shape;1067;p23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68" name="Google Shape;1068;p23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069" name="Google Shape;1069;p23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070" name="Google Shape;1070;p231"/>
          <p:cNvGrpSpPr/>
          <p:nvPr/>
        </p:nvGrpSpPr>
        <p:grpSpPr>
          <a:xfrm>
            <a:off x="2133600" y="6553200"/>
            <a:ext cx="7010400" cy="46038"/>
            <a:chOff x="1905000" y="6553200"/>
            <a:chExt cx="7010400" cy="45719"/>
          </a:xfrm>
        </p:grpSpPr>
        <p:sp>
          <p:nvSpPr>
            <p:cNvPr id="1071" name="Google Shape;1071;p23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72" name="Google Shape;1072;p23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73" name="Google Shape;1073;p23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074" name="Google Shape;1074;p231"/>
          <p:cNvGrpSpPr/>
          <p:nvPr/>
        </p:nvGrpSpPr>
        <p:grpSpPr>
          <a:xfrm>
            <a:off x="0" y="1295400"/>
            <a:ext cx="7010400" cy="46038"/>
            <a:chOff x="1905000" y="6553200"/>
            <a:chExt cx="7010400" cy="45719"/>
          </a:xfrm>
        </p:grpSpPr>
        <p:sp>
          <p:nvSpPr>
            <p:cNvPr id="1075" name="Google Shape;1075;p23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76" name="Google Shape;1076;p23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77" name="Google Shape;1077;p23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078" name="Google Shape;1078;p231"/>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79" name="Google Shape;1079;p23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1080" name="Shape 1080"/>
        <p:cNvGrpSpPr/>
        <p:nvPr/>
      </p:nvGrpSpPr>
      <p:grpSpPr>
        <a:xfrm>
          <a:off x="0" y="0"/>
          <a:ext cx="0" cy="0"/>
          <a:chOff x="0" y="0"/>
          <a:chExt cx="0" cy="0"/>
        </a:xfrm>
      </p:grpSpPr>
      <p:sp>
        <p:nvSpPr>
          <p:cNvPr id="1081" name="Google Shape;1081;p232"/>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82" name="Google Shape;1082;p232"/>
          <p:cNvGrpSpPr/>
          <p:nvPr/>
        </p:nvGrpSpPr>
        <p:grpSpPr>
          <a:xfrm>
            <a:off x="2084388" y="6550027"/>
            <a:ext cx="7059612" cy="49213"/>
            <a:chOff x="2083888" y="6550671"/>
            <a:chExt cx="7060112" cy="48665"/>
          </a:xfrm>
        </p:grpSpPr>
        <p:sp>
          <p:nvSpPr>
            <p:cNvPr id="1083" name="Google Shape;1083;p23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84" name="Google Shape;1084;p23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85" name="Google Shape;1085;p23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086" name="Google Shape;1086;p232"/>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087" name="Google Shape;1087;p232"/>
          <p:cNvGrpSpPr/>
          <p:nvPr/>
        </p:nvGrpSpPr>
        <p:grpSpPr>
          <a:xfrm>
            <a:off x="2133600" y="6553200"/>
            <a:ext cx="7010400" cy="46038"/>
            <a:chOff x="1905000" y="6553200"/>
            <a:chExt cx="7010400" cy="45719"/>
          </a:xfrm>
        </p:grpSpPr>
        <p:sp>
          <p:nvSpPr>
            <p:cNvPr id="1088" name="Google Shape;1088;p23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89" name="Google Shape;1089;p23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90" name="Google Shape;1090;p23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091" name="Google Shape;1091;p232"/>
          <p:cNvGrpSpPr/>
          <p:nvPr/>
        </p:nvGrpSpPr>
        <p:grpSpPr>
          <a:xfrm>
            <a:off x="0" y="1295400"/>
            <a:ext cx="7010400" cy="46038"/>
            <a:chOff x="1905000" y="6553200"/>
            <a:chExt cx="7010400" cy="45719"/>
          </a:xfrm>
        </p:grpSpPr>
        <p:sp>
          <p:nvSpPr>
            <p:cNvPr id="1092" name="Google Shape;1092;p23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93" name="Google Shape;1093;p23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094" name="Google Shape;1094;p23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095" name="Google Shape;1095;p232"/>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6" name="Google Shape;1096;p23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spTree>
      <p:nvGrpSpPr>
        <p:cNvPr id="1097" name="Shape 1097"/>
        <p:cNvGrpSpPr/>
        <p:nvPr/>
      </p:nvGrpSpPr>
      <p:grpSpPr>
        <a:xfrm>
          <a:off x="0" y="0"/>
          <a:ext cx="0" cy="0"/>
          <a:chOff x="0" y="0"/>
          <a:chExt cx="0" cy="0"/>
        </a:xfrm>
      </p:grpSpPr>
      <p:sp>
        <p:nvSpPr>
          <p:cNvPr id="1098" name="Google Shape;1098;p233"/>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99" name="Google Shape;1099;p233"/>
          <p:cNvGrpSpPr/>
          <p:nvPr/>
        </p:nvGrpSpPr>
        <p:grpSpPr>
          <a:xfrm>
            <a:off x="2084388" y="6550027"/>
            <a:ext cx="7059612" cy="49213"/>
            <a:chOff x="2083888" y="6550671"/>
            <a:chExt cx="7060112" cy="48665"/>
          </a:xfrm>
        </p:grpSpPr>
        <p:sp>
          <p:nvSpPr>
            <p:cNvPr id="1100" name="Google Shape;1100;p23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01" name="Google Shape;1101;p23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02" name="Google Shape;1102;p23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103" name="Google Shape;1103;p233"/>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104" name="Google Shape;1104;p233"/>
          <p:cNvGrpSpPr/>
          <p:nvPr/>
        </p:nvGrpSpPr>
        <p:grpSpPr>
          <a:xfrm>
            <a:off x="2133600" y="6553200"/>
            <a:ext cx="7010400" cy="46038"/>
            <a:chOff x="1905000" y="6553200"/>
            <a:chExt cx="7010400" cy="45719"/>
          </a:xfrm>
        </p:grpSpPr>
        <p:sp>
          <p:nvSpPr>
            <p:cNvPr id="1105" name="Google Shape;1105;p23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06" name="Google Shape;1106;p23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07" name="Google Shape;1107;p23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108" name="Google Shape;1108;p233"/>
          <p:cNvGrpSpPr/>
          <p:nvPr/>
        </p:nvGrpSpPr>
        <p:grpSpPr>
          <a:xfrm>
            <a:off x="0" y="1295400"/>
            <a:ext cx="7010400" cy="46038"/>
            <a:chOff x="1905000" y="6553200"/>
            <a:chExt cx="7010400" cy="45719"/>
          </a:xfrm>
        </p:grpSpPr>
        <p:sp>
          <p:nvSpPr>
            <p:cNvPr id="1109" name="Google Shape;1109;p23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10" name="Google Shape;1110;p23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11" name="Google Shape;1111;p23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112" name="Google Shape;1112;p233"/>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13" name="Google Shape;1113;p23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1114" name="Shape 1114"/>
        <p:cNvGrpSpPr/>
        <p:nvPr/>
      </p:nvGrpSpPr>
      <p:grpSpPr>
        <a:xfrm>
          <a:off x="0" y="0"/>
          <a:ext cx="0" cy="0"/>
          <a:chOff x="0" y="0"/>
          <a:chExt cx="0" cy="0"/>
        </a:xfrm>
      </p:grpSpPr>
      <p:sp>
        <p:nvSpPr>
          <p:cNvPr id="1115" name="Google Shape;1115;p234"/>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16" name="Google Shape;1116;p234"/>
          <p:cNvGrpSpPr/>
          <p:nvPr/>
        </p:nvGrpSpPr>
        <p:grpSpPr>
          <a:xfrm>
            <a:off x="2084388" y="6550027"/>
            <a:ext cx="7059612" cy="49213"/>
            <a:chOff x="2083888" y="6550671"/>
            <a:chExt cx="7060112" cy="48665"/>
          </a:xfrm>
        </p:grpSpPr>
        <p:sp>
          <p:nvSpPr>
            <p:cNvPr id="1117" name="Google Shape;1117;p23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18" name="Google Shape;1118;p23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19" name="Google Shape;1119;p23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120" name="Google Shape;1120;p234"/>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121" name="Google Shape;1121;p234"/>
          <p:cNvGrpSpPr/>
          <p:nvPr/>
        </p:nvGrpSpPr>
        <p:grpSpPr>
          <a:xfrm>
            <a:off x="2133600" y="6553200"/>
            <a:ext cx="7010400" cy="46038"/>
            <a:chOff x="1905000" y="6553200"/>
            <a:chExt cx="7010400" cy="45719"/>
          </a:xfrm>
        </p:grpSpPr>
        <p:sp>
          <p:nvSpPr>
            <p:cNvPr id="1122" name="Google Shape;1122;p23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23" name="Google Shape;1123;p23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24" name="Google Shape;1124;p23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125" name="Google Shape;1125;p234"/>
          <p:cNvGrpSpPr/>
          <p:nvPr/>
        </p:nvGrpSpPr>
        <p:grpSpPr>
          <a:xfrm>
            <a:off x="0" y="1295400"/>
            <a:ext cx="7010400" cy="46038"/>
            <a:chOff x="1905000" y="6553200"/>
            <a:chExt cx="7010400" cy="45719"/>
          </a:xfrm>
        </p:grpSpPr>
        <p:sp>
          <p:nvSpPr>
            <p:cNvPr id="1126" name="Google Shape;1126;p23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27" name="Google Shape;1127;p23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28" name="Google Shape;1128;p23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129" name="Google Shape;1129;p234"/>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30" name="Google Shape;1130;p23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1131" name="Shape 1131"/>
        <p:cNvGrpSpPr/>
        <p:nvPr/>
      </p:nvGrpSpPr>
      <p:grpSpPr>
        <a:xfrm>
          <a:off x="0" y="0"/>
          <a:ext cx="0" cy="0"/>
          <a:chOff x="0" y="0"/>
          <a:chExt cx="0" cy="0"/>
        </a:xfrm>
      </p:grpSpPr>
      <p:sp>
        <p:nvSpPr>
          <p:cNvPr id="1132" name="Google Shape;1132;p235"/>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33" name="Google Shape;1133;p235"/>
          <p:cNvGrpSpPr/>
          <p:nvPr/>
        </p:nvGrpSpPr>
        <p:grpSpPr>
          <a:xfrm>
            <a:off x="2084388" y="6550027"/>
            <a:ext cx="7059612" cy="49213"/>
            <a:chOff x="2083888" y="6550671"/>
            <a:chExt cx="7060112" cy="48665"/>
          </a:xfrm>
        </p:grpSpPr>
        <p:sp>
          <p:nvSpPr>
            <p:cNvPr id="1134" name="Google Shape;1134;p23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35" name="Google Shape;1135;p23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36" name="Google Shape;1136;p23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137" name="Google Shape;1137;p235"/>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138" name="Google Shape;1138;p235"/>
          <p:cNvGrpSpPr/>
          <p:nvPr/>
        </p:nvGrpSpPr>
        <p:grpSpPr>
          <a:xfrm>
            <a:off x="2133600" y="6553200"/>
            <a:ext cx="7010400" cy="46038"/>
            <a:chOff x="1905000" y="6553200"/>
            <a:chExt cx="7010400" cy="45719"/>
          </a:xfrm>
        </p:grpSpPr>
        <p:sp>
          <p:nvSpPr>
            <p:cNvPr id="1139" name="Google Shape;1139;p23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40" name="Google Shape;1140;p23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41" name="Google Shape;1141;p23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142" name="Google Shape;1142;p235"/>
          <p:cNvGrpSpPr/>
          <p:nvPr/>
        </p:nvGrpSpPr>
        <p:grpSpPr>
          <a:xfrm>
            <a:off x="0" y="1295400"/>
            <a:ext cx="7010400" cy="46038"/>
            <a:chOff x="1905000" y="6553200"/>
            <a:chExt cx="7010400" cy="45719"/>
          </a:xfrm>
        </p:grpSpPr>
        <p:sp>
          <p:nvSpPr>
            <p:cNvPr id="1143" name="Google Shape;1143;p23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44" name="Google Shape;1144;p23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45" name="Google Shape;1145;p23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146" name="Google Shape;1146;p235"/>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47" name="Google Shape;1147;p235"/>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1148" name="Shape 1148"/>
        <p:cNvGrpSpPr/>
        <p:nvPr/>
      </p:nvGrpSpPr>
      <p:grpSpPr>
        <a:xfrm>
          <a:off x="0" y="0"/>
          <a:ext cx="0" cy="0"/>
          <a:chOff x="0" y="0"/>
          <a:chExt cx="0" cy="0"/>
        </a:xfrm>
      </p:grpSpPr>
      <p:sp>
        <p:nvSpPr>
          <p:cNvPr id="1149" name="Google Shape;1149;p236"/>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50" name="Google Shape;1150;p236"/>
          <p:cNvGrpSpPr/>
          <p:nvPr/>
        </p:nvGrpSpPr>
        <p:grpSpPr>
          <a:xfrm>
            <a:off x="2084388" y="6550027"/>
            <a:ext cx="7059612" cy="49213"/>
            <a:chOff x="2083888" y="6550671"/>
            <a:chExt cx="7060112" cy="48665"/>
          </a:xfrm>
        </p:grpSpPr>
        <p:sp>
          <p:nvSpPr>
            <p:cNvPr id="1151" name="Google Shape;1151;p23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52" name="Google Shape;1152;p23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53" name="Google Shape;1153;p23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154" name="Google Shape;1154;p236"/>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155" name="Google Shape;1155;p236"/>
          <p:cNvGrpSpPr/>
          <p:nvPr/>
        </p:nvGrpSpPr>
        <p:grpSpPr>
          <a:xfrm>
            <a:off x="2133600" y="6553200"/>
            <a:ext cx="7010400" cy="46038"/>
            <a:chOff x="1905000" y="6553200"/>
            <a:chExt cx="7010400" cy="45719"/>
          </a:xfrm>
        </p:grpSpPr>
        <p:sp>
          <p:nvSpPr>
            <p:cNvPr id="1156" name="Google Shape;1156;p23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57" name="Google Shape;1157;p23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58" name="Google Shape;1158;p23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159" name="Google Shape;1159;p236"/>
          <p:cNvGrpSpPr/>
          <p:nvPr/>
        </p:nvGrpSpPr>
        <p:grpSpPr>
          <a:xfrm>
            <a:off x="0" y="1295400"/>
            <a:ext cx="7010400" cy="46038"/>
            <a:chOff x="1905000" y="6553200"/>
            <a:chExt cx="7010400" cy="45719"/>
          </a:xfrm>
        </p:grpSpPr>
        <p:sp>
          <p:nvSpPr>
            <p:cNvPr id="1160" name="Google Shape;1160;p23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61" name="Google Shape;1161;p23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62" name="Google Shape;1162;p23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163" name="Google Shape;1163;p236"/>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64" name="Google Shape;1164;p23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1165" name="Shape 1165"/>
        <p:cNvGrpSpPr/>
        <p:nvPr/>
      </p:nvGrpSpPr>
      <p:grpSpPr>
        <a:xfrm>
          <a:off x="0" y="0"/>
          <a:ext cx="0" cy="0"/>
          <a:chOff x="0" y="0"/>
          <a:chExt cx="0" cy="0"/>
        </a:xfrm>
      </p:grpSpPr>
      <p:sp>
        <p:nvSpPr>
          <p:cNvPr id="1166" name="Google Shape;1166;p237"/>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67" name="Google Shape;1167;p237"/>
          <p:cNvGrpSpPr/>
          <p:nvPr/>
        </p:nvGrpSpPr>
        <p:grpSpPr>
          <a:xfrm>
            <a:off x="2084388" y="6550027"/>
            <a:ext cx="7059612" cy="49213"/>
            <a:chOff x="2083888" y="6550671"/>
            <a:chExt cx="7060112" cy="48665"/>
          </a:xfrm>
        </p:grpSpPr>
        <p:sp>
          <p:nvSpPr>
            <p:cNvPr id="1168" name="Google Shape;1168;p23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69" name="Google Shape;1169;p23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70" name="Google Shape;1170;p23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171" name="Google Shape;1171;p237"/>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172" name="Google Shape;1172;p237"/>
          <p:cNvGrpSpPr/>
          <p:nvPr/>
        </p:nvGrpSpPr>
        <p:grpSpPr>
          <a:xfrm>
            <a:off x="2133600" y="6553200"/>
            <a:ext cx="7010400" cy="46038"/>
            <a:chOff x="1905000" y="6553200"/>
            <a:chExt cx="7010400" cy="45719"/>
          </a:xfrm>
        </p:grpSpPr>
        <p:sp>
          <p:nvSpPr>
            <p:cNvPr id="1173" name="Google Shape;1173;p23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74" name="Google Shape;1174;p23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75" name="Google Shape;1175;p23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176" name="Google Shape;1176;p237"/>
          <p:cNvGrpSpPr/>
          <p:nvPr/>
        </p:nvGrpSpPr>
        <p:grpSpPr>
          <a:xfrm>
            <a:off x="0" y="1295400"/>
            <a:ext cx="7010400" cy="46038"/>
            <a:chOff x="1905000" y="6553200"/>
            <a:chExt cx="7010400" cy="45719"/>
          </a:xfrm>
        </p:grpSpPr>
        <p:sp>
          <p:nvSpPr>
            <p:cNvPr id="1177" name="Google Shape;1177;p23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78" name="Google Shape;1178;p23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79" name="Google Shape;1179;p23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180" name="Google Shape;1180;p237"/>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81" name="Google Shape;1181;p23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1182" name="Shape 1182"/>
        <p:cNvGrpSpPr/>
        <p:nvPr/>
      </p:nvGrpSpPr>
      <p:grpSpPr>
        <a:xfrm>
          <a:off x="0" y="0"/>
          <a:ext cx="0" cy="0"/>
          <a:chOff x="0" y="0"/>
          <a:chExt cx="0" cy="0"/>
        </a:xfrm>
      </p:grpSpPr>
      <p:sp>
        <p:nvSpPr>
          <p:cNvPr id="1183" name="Google Shape;1183;p238"/>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84" name="Google Shape;1184;p238"/>
          <p:cNvGrpSpPr/>
          <p:nvPr/>
        </p:nvGrpSpPr>
        <p:grpSpPr>
          <a:xfrm>
            <a:off x="2084388" y="6550027"/>
            <a:ext cx="7059612" cy="49213"/>
            <a:chOff x="2083888" y="6550671"/>
            <a:chExt cx="7060112" cy="48665"/>
          </a:xfrm>
        </p:grpSpPr>
        <p:sp>
          <p:nvSpPr>
            <p:cNvPr id="1185" name="Google Shape;1185;p23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86" name="Google Shape;1186;p23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87" name="Google Shape;1187;p23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188" name="Google Shape;1188;p238"/>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189" name="Google Shape;1189;p238"/>
          <p:cNvGrpSpPr/>
          <p:nvPr/>
        </p:nvGrpSpPr>
        <p:grpSpPr>
          <a:xfrm>
            <a:off x="2133600" y="6553200"/>
            <a:ext cx="7010400" cy="46038"/>
            <a:chOff x="1905000" y="6553200"/>
            <a:chExt cx="7010400" cy="45719"/>
          </a:xfrm>
        </p:grpSpPr>
        <p:sp>
          <p:nvSpPr>
            <p:cNvPr id="1190" name="Google Shape;1190;p2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91" name="Google Shape;1191;p2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92" name="Google Shape;1192;p2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193" name="Google Shape;1193;p238"/>
          <p:cNvGrpSpPr/>
          <p:nvPr/>
        </p:nvGrpSpPr>
        <p:grpSpPr>
          <a:xfrm>
            <a:off x="0" y="1295400"/>
            <a:ext cx="7010400" cy="46038"/>
            <a:chOff x="1905000" y="6553200"/>
            <a:chExt cx="7010400" cy="45719"/>
          </a:xfrm>
        </p:grpSpPr>
        <p:sp>
          <p:nvSpPr>
            <p:cNvPr id="1194" name="Google Shape;1194;p2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95" name="Google Shape;1195;p2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196" name="Google Shape;1196;p2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197" name="Google Shape;1197;p238"/>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8" name="Google Shape;1198;p23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and Content">
  <p:cSld name="22_Title and Content">
    <p:spTree>
      <p:nvGrpSpPr>
        <p:cNvPr id="1199" name="Shape 1199"/>
        <p:cNvGrpSpPr/>
        <p:nvPr/>
      </p:nvGrpSpPr>
      <p:grpSpPr>
        <a:xfrm>
          <a:off x="0" y="0"/>
          <a:ext cx="0" cy="0"/>
          <a:chOff x="0" y="0"/>
          <a:chExt cx="0" cy="0"/>
        </a:xfrm>
      </p:grpSpPr>
      <p:sp>
        <p:nvSpPr>
          <p:cNvPr id="1200" name="Google Shape;1200;p239"/>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201" name="Google Shape;1201;p239"/>
          <p:cNvGrpSpPr/>
          <p:nvPr/>
        </p:nvGrpSpPr>
        <p:grpSpPr>
          <a:xfrm>
            <a:off x="2084388" y="6550027"/>
            <a:ext cx="7059612" cy="49213"/>
            <a:chOff x="2083888" y="6550671"/>
            <a:chExt cx="7060112" cy="48665"/>
          </a:xfrm>
        </p:grpSpPr>
        <p:sp>
          <p:nvSpPr>
            <p:cNvPr id="1202" name="Google Shape;1202;p23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03" name="Google Shape;1203;p23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04" name="Google Shape;1204;p23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205" name="Google Shape;1205;p239"/>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206" name="Google Shape;1206;p239"/>
          <p:cNvGrpSpPr/>
          <p:nvPr/>
        </p:nvGrpSpPr>
        <p:grpSpPr>
          <a:xfrm>
            <a:off x="2133600" y="6553200"/>
            <a:ext cx="7010400" cy="46038"/>
            <a:chOff x="1905000" y="6553200"/>
            <a:chExt cx="7010400" cy="45719"/>
          </a:xfrm>
        </p:grpSpPr>
        <p:sp>
          <p:nvSpPr>
            <p:cNvPr id="1207" name="Google Shape;1207;p23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08" name="Google Shape;1208;p23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09" name="Google Shape;1209;p23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210" name="Google Shape;1210;p239"/>
          <p:cNvGrpSpPr/>
          <p:nvPr/>
        </p:nvGrpSpPr>
        <p:grpSpPr>
          <a:xfrm>
            <a:off x="0" y="1295400"/>
            <a:ext cx="7010400" cy="46038"/>
            <a:chOff x="1905000" y="6553200"/>
            <a:chExt cx="7010400" cy="45719"/>
          </a:xfrm>
        </p:grpSpPr>
        <p:sp>
          <p:nvSpPr>
            <p:cNvPr id="1211" name="Google Shape;1211;p23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12" name="Google Shape;1212;p23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13" name="Google Shape;1213;p23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214" name="Google Shape;1214;p239"/>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15" name="Google Shape;1215;p23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6_Title and Content">
    <p:spTree>
      <p:nvGrpSpPr>
        <p:cNvPr id="1216" name="Shape 1216"/>
        <p:cNvGrpSpPr/>
        <p:nvPr/>
      </p:nvGrpSpPr>
      <p:grpSpPr>
        <a:xfrm>
          <a:off x="0" y="0"/>
          <a:ext cx="0" cy="0"/>
          <a:chOff x="0" y="0"/>
          <a:chExt cx="0" cy="0"/>
        </a:xfrm>
      </p:grpSpPr>
      <p:sp>
        <p:nvSpPr>
          <p:cNvPr id="1217" name="Google Shape;1217;p240"/>
          <p:cNvSpPr txBox="1"/>
          <p:nvPr/>
        </p:nvSpPr>
        <p:spPr>
          <a:xfrm>
            <a:off x="3276600" y="6596064"/>
            <a:ext cx="5867400" cy="196177"/>
          </a:xfrm>
          <a:prstGeom prst="rect">
            <a:avLst/>
          </a:prstGeom>
          <a:noFill/>
          <a:ln>
            <a:noFill/>
          </a:ln>
        </p:spPr>
        <p:txBody>
          <a:bodyPr anchorCtr="0" anchor="t" bIns="34275" lIns="68550" spcFirstLastPara="1" rIns="68550" wrap="square" tIns="34275">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200" u="none" cap="none" strike="noStrike">
              <a:solidFill>
                <a:srgbClr val="000000"/>
              </a:solidFill>
              <a:latin typeface="Tahoma"/>
              <a:ea typeface="Tahoma"/>
              <a:cs typeface="Tahoma"/>
              <a:sym typeface="Tahoma"/>
            </a:endParaRPr>
          </a:p>
        </p:txBody>
      </p:sp>
      <p:grpSp>
        <p:nvGrpSpPr>
          <p:cNvPr id="1218" name="Google Shape;1218;p240"/>
          <p:cNvGrpSpPr/>
          <p:nvPr/>
        </p:nvGrpSpPr>
        <p:grpSpPr>
          <a:xfrm>
            <a:off x="2084388" y="6550027"/>
            <a:ext cx="7059612" cy="49213"/>
            <a:chOff x="2083888" y="6550671"/>
            <a:chExt cx="7060112" cy="48665"/>
          </a:xfrm>
        </p:grpSpPr>
        <p:sp>
          <p:nvSpPr>
            <p:cNvPr id="1219" name="Google Shape;1219;p24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220" name="Google Shape;1220;p24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221" name="Google Shape;1221;p24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pic>
        <p:nvPicPr>
          <p:cNvPr descr="Picture 7.png" id="1222" name="Google Shape;1222;p240"/>
          <p:cNvPicPr preferRelativeResize="0"/>
          <p:nvPr/>
        </p:nvPicPr>
        <p:blipFill rotWithShape="1">
          <a:blip r:embed="rId2">
            <a:alphaModFix/>
          </a:blip>
          <a:srcRect b="5333" l="1923" r="0" t="0"/>
          <a:stretch/>
        </p:blipFill>
        <p:spPr>
          <a:xfrm>
            <a:off x="6629401" y="0"/>
            <a:ext cx="2193925" cy="692150"/>
          </a:xfrm>
          <a:prstGeom prst="rect">
            <a:avLst/>
          </a:prstGeom>
          <a:noFill/>
          <a:ln>
            <a:noFill/>
          </a:ln>
        </p:spPr>
      </p:pic>
      <p:grpSp>
        <p:nvGrpSpPr>
          <p:cNvPr id="1223" name="Google Shape;1223;p240"/>
          <p:cNvGrpSpPr/>
          <p:nvPr/>
        </p:nvGrpSpPr>
        <p:grpSpPr>
          <a:xfrm>
            <a:off x="2133600" y="6553200"/>
            <a:ext cx="7010400" cy="46038"/>
            <a:chOff x="1905000" y="6553200"/>
            <a:chExt cx="7010400" cy="45719"/>
          </a:xfrm>
        </p:grpSpPr>
        <p:sp>
          <p:nvSpPr>
            <p:cNvPr id="1224" name="Google Shape;1224;p24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225" name="Google Shape;1225;p24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226" name="Google Shape;1226;p24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grpSp>
        <p:nvGrpSpPr>
          <p:cNvPr id="1227" name="Google Shape;1227;p240"/>
          <p:cNvGrpSpPr/>
          <p:nvPr/>
        </p:nvGrpSpPr>
        <p:grpSpPr>
          <a:xfrm>
            <a:off x="0" y="1295400"/>
            <a:ext cx="7010400" cy="46038"/>
            <a:chOff x="1905000" y="6553200"/>
            <a:chExt cx="7010400" cy="45719"/>
          </a:xfrm>
        </p:grpSpPr>
        <p:sp>
          <p:nvSpPr>
            <p:cNvPr id="1228" name="Google Shape;1228;p24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229" name="Google Shape;1229;p24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230" name="Google Shape;1230;p24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sp>
        <p:nvSpPr>
          <p:cNvPr id="1231" name="Google Shape;1231;p240"/>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indent="-330200" lvl="1" marL="914400" marR="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1232" name="Google Shape;1232;p24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2700">
                <a:latin typeface="Arial"/>
                <a:ea typeface="Arial"/>
                <a:cs typeface="Arial"/>
                <a:sym typeface="Arial"/>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itle and Content">
  <p:cSld name="23_Title and Content">
    <p:spTree>
      <p:nvGrpSpPr>
        <p:cNvPr id="1233" name="Shape 1233"/>
        <p:cNvGrpSpPr/>
        <p:nvPr/>
      </p:nvGrpSpPr>
      <p:grpSpPr>
        <a:xfrm>
          <a:off x="0" y="0"/>
          <a:ext cx="0" cy="0"/>
          <a:chOff x="0" y="0"/>
          <a:chExt cx="0" cy="0"/>
        </a:xfrm>
      </p:grpSpPr>
      <p:sp>
        <p:nvSpPr>
          <p:cNvPr id="1234" name="Google Shape;1234;p241"/>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235" name="Google Shape;1235;p241"/>
          <p:cNvGrpSpPr/>
          <p:nvPr/>
        </p:nvGrpSpPr>
        <p:grpSpPr>
          <a:xfrm>
            <a:off x="2084388" y="6550027"/>
            <a:ext cx="7059612" cy="49213"/>
            <a:chOff x="2083888" y="6550671"/>
            <a:chExt cx="7060112" cy="48665"/>
          </a:xfrm>
        </p:grpSpPr>
        <p:sp>
          <p:nvSpPr>
            <p:cNvPr id="1236" name="Google Shape;1236;p24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237" name="Google Shape;1237;p24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238" name="Google Shape;1238;p24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grpSp>
      <p:pic>
        <p:nvPicPr>
          <p:cNvPr descr="Picture 7.png" id="1239" name="Google Shape;1239;p24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240" name="Google Shape;1240;p241"/>
          <p:cNvGrpSpPr/>
          <p:nvPr/>
        </p:nvGrpSpPr>
        <p:grpSpPr>
          <a:xfrm>
            <a:off x="2133600" y="6553200"/>
            <a:ext cx="7010400" cy="46038"/>
            <a:chOff x="1905000" y="6553200"/>
            <a:chExt cx="7010400" cy="45719"/>
          </a:xfrm>
        </p:grpSpPr>
        <p:sp>
          <p:nvSpPr>
            <p:cNvPr id="1241" name="Google Shape;1241;p24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242" name="Google Shape;1242;p24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243" name="Google Shape;1243;p24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grpSp>
      <p:grpSp>
        <p:nvGrpSpPr>
          <p:cNvPr id="1244" name="Google Shape;1244;p241"/>
          <p:cNvGrpSpPr/>
          <p:nvPr/>
        </p:nvGrpSpPr>
        <p:grpSpPr>
          <a:xfrm>
            <a:off x="0" y="1295400"/>
            <a:ext cx="7010400" cy="46038"/>
            <a:chOff x="1905000" y="6553200"/>
            <a:chExt cx="7010400" cy="45719"/>
          </a:xfrm>
        </p:grpSpPr>
        <p:sp>
          <p:nvSpPr>
            <p:cNvPr id="1245" name="Google Shape;1245;p24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246" name="Google Shape;1246;p24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247" name="Google Shape;1247;p24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grpSp>
      <p:sp>
        <p:nvSpPr>
          <p:cNvPr id="1248" name="Google Shape;1248;p241"/>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49" name="Google Shape;1249;p24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2">
    <p:spTree>
      <p:nvGrpSpPr>
        <p:cNvPr id="1250" name="Shape 1250"/>
        <p:cNvGrpSpPr/>
        <p:nvPr/>
      </p:nvGrpSpPr>
      <p:grpSpPr>
        <a:xfrm>
          <a:off x="0" y="0"/>
          <a:ext cx="0" cy="0"/>
          <a:chOff x="0" y="0"/>
          <a:chExt cx="0" cy="0"/>
        </a:xfrm>
      </p:grpSpPr>
      <p:sp>
        <p:nvSpPr>
          <p:cNvPr id="1251" name="Google Shape;1251;p242"/>
          <p:cNvSpPr txBox="1"/>
          <p:nvPr/>
        </p:nvSpPr>
        <p:spPr>
          <a:xfrm>
            <a:off x="3276600" y="6596067"/>
            <a:ext cx="5867400" cy="18761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619"/>
              <a:buFont typeface="Arial"/>
              <a:buNone/>
            </a:pPr>
            <a:r>
              <a:rPr b="1" i="0" lang="en-US" sz="619" u="none" cap="none" strike="noStrike">
                <a:solidFill>
                  <a:srgbClr val="101141"/>
                </a:solidFill>
                <a:latin typeface="Arial"/>
                <a:ea typeface="Arial"/>
                <a:cs typeface="Arial"/>
                <a:sym typeface="Arial"/>
              </a:rPr>
              <a:t>BITS </a:t>
            </a:r>
            <a:r>
              <a:rPr b="0" i="0" lang="en-US" sz="619"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252" name="Google Shape;1252;p242"/>
          <p:cNvGrpSpPr/>
          <p:nvPr/>
        </p:nvGrpSpPr>
        <p:grpSpPr>
          <a:xfrm>
            <a:off x="2084388" y="6550029"/>
            <a:ext cx="7059612" cy="49213"/>
            <a:chOff x="2083888" y="6550671"/>
            <a:chExt cx="7060112" cy="48665"/>
          </a:xfrm>
        </p:grpSpPr>
        <p:sp>
          <p:nvSpPr>
            <p:cNvPr id="1253" name="Google Shape;1253;p24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54" name="Google Shape;1254;p24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55" name="Google Shape;1255;p24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pic>
        <p:nvPicPr>
          <p:cNvPr descr="Picture 7.png" id="1256" name="Google Shape;1256;p242"/>
          <p:cNvPicPr preferRelativeResize="0"/>
          <p:nvPr/>
        </p:nvPicPr>
        <p:blipFill rotWithShape="1">
          <a:blip r:embed="rId2">
            <a:alphaModFix/>
          </a:blip>
          <a:srcRect b="5334" l="1923" r="0" t="0"/>
          <a:stretch/>
        </p:blipFill>
        <p:spPr>
          <a:xfrm>
            <a:off x="6629402" y="0"/>
            <a:ext cx="2193925" cy="692150"/>
          </a:xfrm>
          <a:prstGeom prst="rect">
            <a:avLst/>
          </a:prstGeom>
          <a:noFill/>
          <a:ln>
            <a:noFill/>
          </a:ln>
        </p:spPr>
      </p:pic>
      <p:grpSp>
        <p:nvGrpSpPr>
          <p:cNvPr id="1257" name="Google Shape;1257;p242"/>
          <p:cNvGrpSpPr/>
          <p:nvPr/>
        </p:nvGrpSpPr>
        <p:grpSpPr>
          <a:xfrm>
            <a:off x="2133600" y="6553200"/>
            <a:ext cx="7010400" cy="46038"/>
            <a:chOff x="1905000" y="6553200"/>
            <a:chExt cx="7010400" cy="45719"/>
          </a:xfrm>
        </p:grpSpPr>
        <p:sp>
          <p:nvSpPr>
            <p:cNvPr id="1258" name="Google Shape;1258;p24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59" name="Google Shape;1259;p24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60" name="Google Shape;1260;p24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grpSp>
        <p:nvGrpSpPr>
          <p:cNvPr id="1261" name="Google Shape;1261;p242"/>
          <p:cNvGrpSpPr/>
          <p:nvPr/>
        </p:nvGrpSpPr>
        <p:grpSpPr>
          <a:xfrm>
            <a:off x="0" y="1295400"/>
            <a:ext cx="7010400" cy="46038"/>
            <a:chOff x="1905000" y="6553200"/>
            <a:chExt cx="7010400" cy="45719"/>
          </a:xfrm>
        </p:grpSpPr>
        <p:sp>
          <p:nvSpPr>
            <p:cNvPr id="1262" name="Google Shape;1262;p24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63" name="Google Shape;1263;p24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64" name="Google Shape;1264;p24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sp>
        <p:nvSpPr>
          <p:cNvPr id="1265" name="Google Shape;1265;p242"/>
          <p:cNvSpPr txBox="1"/>
          <p:nvPr>
            <p:ph idx="1" type="body"/>
          </p:nvPr>
        </p:nvSpPr>
        <p:spPr>
          <a:xfrm>
            <a:off x="304800" y="1493841"/>
            <a:ext cx="8229600" cy="4525963"/>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360"/>
              </a:spcBef>
              <a:spcAft>
                <a:spcPts val="0"/>
              </a:spcAft>
              <a:buClr>
                <a:srgbClr val="101141"/>
              </a:buClr>
              <a:buSzPts val="1800"/>
              <a:buFont typeface="Arial"/>
              <a:buChar char="•"/>
              <a:defRPr sz="1800">
                <a:latin typeface="Cambria"/>
                <a:ea typeface="Cambria"/>
                <a:cs typeface="Cambria"/>
                <a:sym typeface="Cambria"/>
              </a:defRPr>
            </a:lvl1pPr>
            <a:lvl2pPr indent="-342900" lvl="1" marL="914400" marR="0" algn="l">
              <a:lnSpc>
                <a:spcPct val="100000"/>
              </a:lnSpc>
              <a:spcBef>
                <a:spcPts val="360"/>
              </a:spcBef>
              <a:spcAft>
                <a:spcPts val="0"/>
              </a:spcAft>
              <a:buClr>
                <a:schemeClr val="dk1"/>
              </a:buClr>
              <a:buSzPts val="1800"/>
              <a:buFont typeface="Arial"/>
              <a:buChar char="–"/>
              <a:defRPr sz="1800">
                <a:latin typeface="Cambria"/>
                <a:ea typeface="Cambria"/>
                <a:cs typeface="Cambria"/>
                <a:sym typeface="Cambria"/>
              </a:defRPr>
            </a:lvl2pPr>
            <a:lvl3pPr indent="-342900" lvl="2" marL="1371600" algn="l">
              <a:lnSpc>
                <a:spcPct val="100000"/>
              </a:lnSpc>
              <a:spcBef>
                <a:spcPts val="360"/>
              </a:spcBef>
              <a:spcAft>
                <a:spcPts val="0"/>
              </a:spcAft>
              <a:buClr>
                <a:schemeClr val="dk1"/>
              </a:buClr>
              <a:buSzPts val="1800"/>
              <a:buChar char="•"/>
              <a:defRPr sz="1800">
                <a:latin typeface="Cambria"/>
                <a:ea typeface="Cambria"/>
                <a:cs typeface="Cambria"/>
                <a:sym typeface="Cambria"/>
              </a:defRPr>
            </a:lvl3pPr>
            <a:lvl4pPr indent="-342900" lvl="3" marL="1828800" algn="l">
              <a:lnSpc>
                <a:spcPct val="100000"/>
              </a:lnSpc>
              <a:spcBef>
                <a:spcPts val="360"/>
              </a:spcBef>
              <a:spcAft>
                <a:spcPts val="0"/>
              </a:spcAft>
              <a:buClr>
                <a:schemeClr val="dk1"/>
              </a:buClr>
              <a:buSzPts val="1800"/>
              <a:buChar char="–"/>
              <a:defRPr sz="1800">
                <a:latin typeface="Cambria"/>
                <a:ea typeface="Cambria"/>
                <a:cs typeface="Cambria"/>
                <a:sym typeface="Cambria"/>
              </a:defRPr>
            </a:lvl4pPr>
            <a:lvl5pPr indent="-342900" lvl="4" marL="2286000" algn="l">
              <a:lnSpc>
                <a:spcPct val="100000"/>
              </a:lnSpc>
              <a:spcBef>
                <a:spcPts val="360"/>
              </a:spcBef>
              <a:spcAft>
                <a:spcPts val="0"/>
              </a:spcAft>
              <a:buClr>
                <a:schemeClr val="dk1"/>
              </a:buClr>
              <a:buSzPts val="1800"/>
              <a:buChar char="»"/>
              <a:defRPr sz="1800">
                <a:latin typeface="Cambria"/>
                <a:ea typeface="Cambria"/>
                <a:cs typeface="Cambria"/>
                <a:sym typeface="Cambri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6" name="Google Shape;1266;p24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75000"/>
              </a:lnSpc>
              <a:spcBef>
                <a:spcPts val="0"/>
              </a:spcBef>
              <a:spcAft>
                <a:spcPts val="0"/>
              </a:spcAft>
              <a:buClr>
                <a:schemeClr val="dk1"/>
              </a:buClr>
              <a:buSzPts val="2700"/>
              <a:buNone/>
              <a:defRPr b="1" sz="2700">
                <a:latin typeface="Cambria"/>
                <a:ea typeface="Cambria"/>
                <a:cs typeface="Cambria"/>
                <a:sym typeface="Cambri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1267" name="Shape 1267"/>
        <p:cNvGrpSpPr/>
        <p:nvPr/>
      </p:nvGrpSpPr>
      <p:grpSpPr>
        <a:xfrm>
          <a:off x="0" y="0"/>
          <a:ext cx="0" cy="0"/>
          <a:chOff x="0" y="0"/>
          <a:chExt cx="0" cy="0"/>
        </a:xfrm>
      </p:grpSpPr>
      <p:sp>
        <p:nvSpPr>
          <p:cNvPr id="1268" name="Google Shape;1268;p243"/>
          <p:cNvSpPr txBox="1"/>
          <p:nvPr/>
        </p:nvSpPr>
        <p:spPr>
          <a:xfrm>
            <a:off x="3276600" y="6596067"/>
            <a:ext cx="5867400" cy="18761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619"/>
              <a:buFont typeface="Arial"/>
              <a:buNone/>
            </a:pPr>
            <a:r>
              <a:rPr b="1" i="0" lang="en-US" sz="619" u="none" cap="none" strike="noStrike">
                <a:solidFill>
                  <a:srgbClr val="101141"/>
                </a:solidFill>
                <a:latin typeface="Arial"/>
                <a:ea typeface="Arial"/>
                <a:cs typeface="Arial"/>
                <a:sym typeface="Arial"/>
              </a:rPr>
              <a:t>BITS </a:t>
            </a:r>
            <a:r>
              <a:rPr b="0" i="0" lang="en-US" sz="619"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269" name="Google Shape;1269;p243"/>
          <p:cNvGrpSpPr/>
          <p:nvPr/>
        </p:nvGrpSpPr>
        <p:grpSpPr>
          <a:xfrm>
            <a:off x="2084388" y="6550029"/>
            <a:ext cx="7059612" cy="49213"/>
            <a:chOff x="2083888" y="6550671"/>
            <a:chExt cx="7060112" cy="48665"/>
          </a:xfrm>
        </p:grpSpPr>
        <p:sp>
          <p:nvSpPr>
            <p:cNvPr id="1270" name="Google Shape;1270;p24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71" name="Google Shape;1271;p24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72" name="Google Shape;1272;p24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pic>
        <p:nvPicPr>
          <p:cNvPr descr="Picture 7.png" id="1273" name="Google Shape;1273;p243"/>
          <p:cNvPicPr preferRelativeResize="0"/>
          <p:nvPr/>
        </p:nvPicPr>
        <p:blipFill rotWithShape="1">
          <a:blip r:embed="rId2">
            <a:alphaModFix/>
          </a:blip>
          <a:srcRect b="5334" l="1923" r="0" t="0"/>
          <a:stretch/>
        </p:blipFill>
        <p:spPr>
          <a:xfrm>
            <a:off x="6629402" y="0"/>
            <a:ext cx="2193925" cy="692150"/>
          </a:xfrm>
          <a:prstGeom prst="rect">
            <a:avLst/>
          </a:prstGeom>
          <a:noFill/>
          <a:ln>
            <a:noFill/>
          </a:ln>
        </p:spPr>
      </p:pic>
      <p:grpSp>
        <p:nvGrpSpPr>
          <p:cNvPr id="1274" name="Google Shape;1274;p243"/>
          <p:cNvGrpSpPr/>
          <p:nvPr/>
        </p:nvGrpSpPr>
        <p:grpSpPr>
          <a:xfrm>
            <a:off x="2133600" y="6553200"/>
            <a:ext cx="7010400" cy="46038"/>
            <a:chOff x="1905000" y="6553200"/>
            <a:chExt cx="7010400" cy="45719"/>
          </a:xfrm>
        </p:grpSpPr>
        <p:sp>
          <p:nvSpPr>
            <p:cNvPr id="1275" name="Google Shape;1275;p24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76" name="Google Shape;1276;p24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77" name="Google Shape;1277;p24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grpSp>
        <p:nvGrpSpPr>
          <p:cNvPr id="1278" name="Google Shape;1278;p243"/>
          <p:cNvGrpSpPr/>
          <p:nvPr/>
        </p:nvGrpSpPr>
        <p:grpSpPr>
          <a:xfrm>
            <a:off x="0" y="1295400"/>
            <a:ext cx="7010400" cy="46038"/>
            <a:chOff x="1905000" y="6553200"/>
            <a:chExt cx="7010400" cy="45719"/>
          </a:xfrm>
        </p:grpSpPr>
        <p:sp>
          <p:nvSpPr>
            <p:cNvPr id="1279" name="Google Shape;1279;p24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80" name="Google Shape;1280;p24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281" name="Google Shape;1281;p24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sp>
        <p:nvSpPr>
          <p:cNvPr id="1282" name="Google Shape;1282;p243"/>
          <p:cNvSpPr txBox="1"/>
          <p:nvPr>
            <p:ph idx="1" type="body"/>
          </p:nvPr>
        </p:nvSpPr>
        <p:spPr>
          <a:xfrm>
            <a:off x="304800" y="1493841"/>
            <a:ext cx="8229600" cy="4525963"/>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360"/>
              </a:spcBef>
              <a:spcAft>
                <a:spcPts val="0"/>
              </a:spcAft>
              <a:buClr>
                <a:srgbClr val="101141"/>
              </a:buClr>
              <a:buSzPts val="1800"/>
              <a:buFont typeface="Arial"/>
              <a:buChar char="•"/>
              <a:defRPr sz="1800">
                <a:latin typeface="Cambria"/>
                <a:ea typeface="Cambria"/>
                <a:cs typeface="Cambria"/>
                <a:sym typeface="Cambria"/>
              </a:defRPr>
            </a:lvl1pPr>
            <a:lvl2pPr indent="-342900" lvl="1" marL="914400" marR="0" algn="l">
              <a:lnSpc>
                <a:spcPct val="100000"/>
              </a:lnSpc>
              <a:spcBef>
                <a:spcPts val="360"/>
              </a:spcBef>
              <a:spcAft>
                <a:spcPts val="0"/>
              </a:spcAft>
              <a:buClr>
                <a:schemeClr val="dk1"/>
              </a:buClr>
              <a:buSzPts val="1800"/>
              <a:buFont typeface="Arial"/>
              <a:buChar char="–"/>
              <a:defRPr sz="1800">
                <a:latin typeface="Cambria"/>
                <a:ea typeface="Cambria"/>
                <a:cs typeface="Cambria"/>
                <a:sym typeface="Cambria"/>
              </a:defRPr>
            </a:lvl2pPr>
            <a:lvl3pPr indent="-342900" lvl="2" marL="1371600" algn="l">
              <a:lnSpc>
                <a:spcPct val="100000"/>
              </a:lnSpc>
              <a:spcBef>
                <a:spcPts val="360"/>
              </a:spcBef>
              <a:spcAft>
                <a:spcPts val="0"/>
              </a:spcAft>
              <a:buClr>
                <a:schemeClr val="dk1"/>
              </a:buClr>
              <a:buSzPts val="1800"/>
              <a:buChar char="•"/>
              <a:defRPr sz="1800">
                <a:latin typeface="Cambria"/>
                <a:ea typeface="Cambria"/>
                <a:cs typeface="Cambria"/>
                <a:sym typeface="Cambria"/>
              </a:defRPr>
            </a:lvl3pPr>
            <a:lvl4pPr indent="-342900" lvl="3" marL="1828800" algn="l">
              <a:lnSpc>
                <a:spcPct val="100000"/>
              </a:lnSpc>
              <a:spcBef>
                <a:spcPts val="360"/>
              </a:spcBef>
              <a:spcAft>
                <a:spcPts val="0"/>
              </a:spcAft>
              <a:buClr>
                <a:schemeClr val="dk1"/>
              </a:buClr>
              <a:buSzPts val="1800"/>
              <a:buChar char="–"/>
              <a:defRPr sz="1800">
                <a:latin typeface="Cambria"/>
                <a:ea typeface="Cambria"/>
                <a:cs typeface="Cambria"/>
                <a:sym typeface="Cambria"/>
              </a:defRPr>
            </a:lvl4pPr>
            <a:lvl5pPr indent="-342900" lvl="4" marL="2286000" algn="l">
              <a:lnSpc>
                <a:spcPct val="100000"/>
              </a:lnSpc>
              <a:spcBef>
                <a:spcPts val="360"/>
              </a:spcBef>
              <a:spcAft>
                <a:spcPts val="0"/>
              </a:spcAft>
              <a:buClr>
                <a:schemeClr val="dk1"/>
              </a:buClr>
              <a:buSzPts val="1800"/>
              <a:buChar char="»"/>
              <a:defRPr sz="1800">
                <a:latin typeface="Cambria"/>
                <a:ea typeface="Cambria"/>
                <a:cs typeface="Cambria"/>
                <a:sym typeface="Cambri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83" name="Google Shape;1283;p24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75000"/>
              </a:lnSpc>
              <a:spcBef>
                <a:spcPts val="0"/>
              </a:spcBef>
              <a:spcAft>
                <a:spcPts val="0"/>
              </a:spcAft>
              <a:buClr>
                <a:schemeClr val="dk1"/>
              </a:buClr>
              <a:buSzPts val="2700"/>
              <a:buNone/>
              <a:defRPr b="1" sz="2700">
                <a:latin typeface="Cambria"/>
                <a:ea typeface="Cambria"/>
                <a:cs typeface="Cambria"/>
                <a:sym typeface="Cambri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96" name="Shape 1296"/>
        <p:cNvGrpSpPr/>
        <p:nvPr/>
      </p:nvGrpSpPr>
      <p:grpSpPr>
        <a:xfrm>
          <a:off x="0" y="0"/>
          <a:ext cx="0" cy="0"/>
          <a:chOff x="0" y="0"/>
          <a:chExt cx="0" cy="0"/>
        </a:xfrm>
      </p:grpSpPr>
      <p:sp>
        <p:nvSpPr>
          <p:cNvPr id="1297" name="Google Shape;1297;p79"/>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700"/>
              <a:buFont typeface="Cambria"/>
              <a:buNone/>
              <a:defRPr b="0" i="0" sz="2700" u="none" cap="none" strike="noStrike">
                <a:solidFill>
                  <a:schemeClr val="dk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98" name="Google Shape;1298;p79"/>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atin typeface="Cambria"/>
                <a:ea typeface="Cambria"/>
                <a:cs typeface="Cambria"/>
                <a:sym typeface="Cambria"/>
              </a:defRPr>
            </a:lvl1pPr>
            <a:lvl2pPr indent="-342900" lvl="1" marL="914400" algn="l">
              <a:lnSpc>
                <a:spcPct val="100000"/>
              </a:lnSpc>
              <a:spcBef>
                <a:spcPts val="360"/>
              </a:spcBef>
              <a:spcAft>
                <a:spcPts val="0"/>
              </a:spcAft>
              <a:buClr>
                <a:schemeClr val="dk1"/>
              </a:buClr>
              <a:buSzPts val="1800"/>
              <a:buChar char="–"/>
              <a:defRPr sz="1800">
                <a:latin typeface="Cambria"/>
                <a:ea typeface="Cambria"/>
                <a:cs typeface="Cambria"/>
                <a:sym typeface="Cambria"/>
              </a:defRPr>
            </a:lvl2pPr>
            <a:lvl3pPr indent="-342900" lvl="2" marL="1371600" algn="l">
              <a:lnSpc>
                <a:spcPct val="100000"/>
              </a:lnSpc>
              <a:spcBef>
                <a:spcPts val="360"/>
              </a:spcBef>
              <a:spcAft>
                <a:spcPts val="0"/>
              </a:spcAft>
              <a:buClr>
                <a:schemeClr val="dk1"/>
              </a:buClr>
              <a:buSzPts val="1800"/>
              <a:buChar char="•"/>
              <a:defRPr sz="1800">
                <a:latin typeface="Cambria"/>
                <a:ea typeface="Cambria"/>
                <a:cs typeface="Cambria"/>
                <a:sym typeface="Cambria"/>
              </a:defRPr>
            </a:lvl3pPr>
            <a:lvl4pPr indent="-342900" lvl="3" marL="1828800" algn="l">
              <a:lnSpc>
                <a:spcPct val="100000"/>
              </a:lnSpc>
              <a:spcBef>
                <a:spcPts val="360"/>
              </a:spcBef>
              <a:spcAft>
                <a:spcPts val="0"/>
              </a:spcAft>
              <a:buClr>
                <a:schemeClr val="dk1"/>
              </a:buClr>
              <a:buSzPts val="1800"/>
              <a:buChar char="–"/>
              <a:defRPr sz="1800">
                <a:latin typeface="Cambria"/>
                <a:ea typeface="Cambria"/>
                <a:cs typeface="Cambria"/>
                <a:sym typeface="Cambria"/>
              </a:defRPr>
            </a:lvl4pPr>
            <a:lvl5pPr indent="-342900" lvl="4" marL="2286000" algn="l">
              <a:lnSpc>
                <a:spcPct val="100000"/>
              </a:lnSpc>
              <a:spcBef>
                <a:spcPts val="360"/>
              </a:spcBef>
              <a:spcAft>
                <a:spcPts val="0"/>
              </a:spcAft>
              <a:buClr>
                <a:schemeClr val="dk1"/>
              </a:buClr>
              <a:buSzPts val="1800"/>
              <a:buChar char="»"/>
              <a:defRPr sz="1800">
                <a:latin typeface="Cambria"/>
                <a:ea typeface="Cambria"/>
                <a:cs typeface="Cambria"/>
                <a:sym typeface="Cambri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99" name="Google Shape;1299;p79"/>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00" name="Google Shape;1300;p79"/>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01" name="Shape 1301"/>
        <p:cNvGrpSpPr/>
        <p:nvPr/>
      </p:nvGrpSpPr>
      <p:grpSpPr>
        <a:xfrm>
          <a:off x="0" y="0"/>
          <a:ext cx="0" cy="0"/>
          <a:chOff x="0" y="0"/>
          <a:chExt cx="0" cy="0"/>
        </a:xfrm>
      </p:grpSpPr>
      <p:sp>
        <p:nvSpPr>
          <p:cNvPr id="1302" name="Google Shape;1302;p244"/>
          <p:cNvSpPr txBox="1"/>
          <p:nvPr>
            <p:ph type="ctrTitle"/>
          </p:nvPr>
        </p:nvSpPr>
        <p:spPr>
          <a:xfrm>
            <a:off x="685800" y="2130427"/>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03" name="Google Shape;1303;p2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304" name="Google Shape;1304;p244"/>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05" name="Google Shape;1305;p244"/>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06" name="Google Shape;1306;p244"/>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1307" name="Shape 1307"/>
        <p:cNvGrpSpPr/>
        <p:nvPr/>
      </p:nvGrpSpPr>
      <p:grpSpPr>
        <a:xfrm>
          <a:off x="0" y="0"/>
          <a:ext cx="0" cy="0"/>
          <a:chOff x="0" y="0"/>
          <a:chExt cx="0" cy="0"/>
        </a:xfrm>
      </p:grpSpPr>
      <p:sp>
        <p:nvSpPr>
          <p:cNvPr id="1308" name="Google Shape;1308;p24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09" name="Google Shape;1309;p24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10" name="Google Shape;1310;p245"/>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11" name="Google Shape;1311;p24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312" name="Shape 1312"/>
        <p:cNvGrpSpPr/>
        <p:nvPr/>
      </p:nvGrpSpPr>
      <p:grpSpPr>
        <a:xfrm>
          <a:off x="0" y="0"/>
          <a:ext cx="0" cy="0"/>
          <a:chOff x="0" y="0"/>
          <a:chExt cx="0" cy="0"/>
        </a:xfrm>
      </p:grpSpPr>
      <p:sp>
        <p:nvSpPr>
          <p:cNvPr id="1313" name="Google Shape;1313;p24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4" name="Google Shape;1314;p246"/>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15" name="Google Shape;1315;p246"/>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16" name="Google Shape;1316;p246"/>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317" name="Shape 1317"/>
        <p:cNvGrpSpPr/>
        <p:nvPr/>
      </p:nvGrpSpPr>
      <p:grpSpPr>
        <a:xfrm>
          <a:off x="0" y="0"/>
          <a:ext cx="0" cy="0"/>
          <a:chOff x="0" y="0"/>
          <a:chExt cx="0" cy="0"/>
        </a:xfrm>
      </p:grpSpPr>
      <p:sp>
        <p:nvSpPr>
          <p:cNvPr id="1318" name="Google Shape;1318;p24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9" name="Google Shape;1319;p24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20" name="Google Shape;1320;p247"/>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21" name="Google Shape;1321;p24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22" name="Shape 1322"/>
        <p:cNvGrpSpPr/>
        <p:nvPr/>
      </p:nvGrpSpPr>
      <p:grpSpPr>
        <a:xfrm>
          <a:off x="0" y="0"/>
          <a:ext cx="0" cy="0"/>
          <a:chOff x="0" y="0"/>
          <a:chExt cx="0" cy="0"/>
        </a:xfrm>
      </p:grpSpPr>
      <p:sp>
        <p:nvSpPr>
          <p:cNvPr id="1323" name="Google Shape;1323;p248"/>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Calibri"/>
              <a:buNone/>
              <a:defRPr b="1" i="0" sz="3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4" name="Google Shape;1324;p2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1325" name="Google Shape;1325;p248"/>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26" name="Google Shape;1326;p248"/>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27" name="Google Shape;1327;p248"/>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28" name="Shape 1328"/>
        <p:cNvGrpSpPr/>
        <p:nvPr/>
      </p:nvGrpSpPr>
      <p:grpSpPr>
        <a:xfrm>
          <a:off x="0" y="0"/>
          <a:ext cx="0" cy="0"/>
          <a:chOff x="0" y="0"/>
          <a:chExt cx="0" cy="0"/>
        </a:xfrm>
      </p:grpSpPr>
      <p:sp>
        <p:nvSpPr>
          <p:cNvPr id="1329" name="Google Shape;1329;p24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30" name="Google Shape;1330;p249"/>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1331" name="Google Shape;1331;p249"/>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1332" name="Google Shape;1332;p249"/>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33" name="Google Shape;1333;p249"/>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34" name="Google Shape;1334;p249"/>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35" name="Shape 1335"/>
        <p:cNvGrpSpPr/>
        <p:nvPr/>
      </p:nvGrpSpPr>
      <p:grpSpPr>
        <a:xfrm>
          <a:off x="0" y="0"/>
          <a:ext cx="0" cy="0"/>
          <a:chOff x="0" y="0"/>
          <a:chExt cx="0" cy="0"/>
        </a:xfrm>
      </p:grpSpPr>
      <p:sp>
        <p:nvSpPr>
          <p:cNvPr id="1336" name="Google Shape;1336;p25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37" name="Google Shape;1337;p2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338" name="Google Shape;1338;p2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1339" name="Google Shape;1339;p250"/>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340" name="Google Shape;1340;p250"/>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1341" name="Google Shape;1341;p250"/>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42" name="Google Shape;1342;p250"/>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43" name="Google Shape;1343;p250"/>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4" name="Shape 1344"/>
        <p:cNvGrpSpPr/>
        <p:nvPr/>
      </p:nvGrpSpPr>
      <p:grpSpPr>
        <a:xfrm>
          <a:off x="0" y="0"/>
          <a:ext cx="0" cy="0"/>
          <a:chOff x="0" y="0"/>
          <a:chExt cx="0" cy="0"/>
        </a:xfrm>
      </p:grpSpPr>
      <p:sp>
        <p:nvSpPr>
          <p:cNvPr id="1345" name="Google Shape;1345;p25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46" name="Google Shape;1346;p251"/>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47" name="Google Shape;1347;p251"/>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48" name="Google Shape;1348;p251"/>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9" name="Shape 1349"/>
        <p:cNvGrpSpPr/>
        <p:nvPr/>
      </p:nvGrpSpPr>
      <p:grpSpPr>
        <a:xfrm>
          <a:off x="0" y="0"/>
          <a:ext cx="0" cy="0"/>
          <a:chOff x="0" y="0"/>
          <a:chExt cx="0" cy="0"/>
        </a:xfrm>
      </p:grpSpPr>
      <p:sp>
        <p:nvSpPr>
          <p:cNvPr id="1350" name="Google Shape;1350;p252"/>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51" name="Google Shape;1351;p252"/>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52" name="Google Shape;1352;p252"/>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3" name="Shape 1353"/>
        <p:cNvGrpSpPr/>
        <p:nvPr/>
      </p:nvGrpSpPr>
      <p:grpSpPr>
        <a:xfrm>
          <a:off x="0" y="0"/>
          <a:ext cx="0" cy="0"/>
          <a:chOff x="0" y="0"/>
          <a:chExt cx="0" cy="0"/>
        </a:xfrm>
      </p:grpSpPr>
      <p:sp>
        <p:nvSpPr>
          <p:cNvPr id="1354" name="Google Shape;1354;p253"/>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55" name="Google Shape;1355;p253"/>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356" name="Google Shape;1356;p253"/>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357" name="Google Shape;1357;p253"/>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58" name="Google Shape;1358;p253"/>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59" name="Google Shape;1359;p253"/>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0" name="Shape 1360"/>
        <p:cNvGrpSpPr/>
        <p:nvPr/>
      </p:nvGrpSpPr>
      <p:grpSpPr>
        <a:xfrm>
          <a:off x="0" y="0"/>
          <a:ext cx="0" cy="0"/>
          <a:chOff x="0" y="0"/>
          <a:chExt cx="0" cy="0"/>
        </a:xfrm>
      </p:grpSpPr>
      <p:sp>
        <p:nvSpPr>
          <p:cNvPr id="1361" name="Google Shape;1361;p25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2" name="Google Shape;1362;p254"/>
          <p:cNvSpPr/>
          <p:nvPr>
            <p:ph idx="2" type="pic"/>
          </p:nvPr>
        </p:nvSpPr>
        <p:spPr>
          <a:xfrm>
            <a:off x="1792288" y="612775"/>
            <a:ext cx="5486400" cy="4114800"/>
          </a:xfrm>
          <a:prstGeom prst="rect">
            <a:avLst/>
          </a:prstGeom>
          <a:noFill/>
          <a:ln>
            <a:noFill/>
          </a:ln>
        </p:spPr>
      </p:sp>
      <p:sp>
        <p:nvSpPr>
          <p:cNvPr id="1363" name="Google Shape;1363;p25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364" name="Google Shape;1364;p254"/>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65" name="Google Shape;1365;p254"/>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66" name="Google Shape;1366;p254"/>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67" name="Shape 1367"/>
        <p:cNvGrpSpPr/>
        <p:nvPr/>
      </p:nvGrpSpPr>
      <p:grpSpPr>
        <a:xfrm>
          <a:off x="0" y="0"/>
          <a:ext cx="0" cy="0"/>
          <a:chOff x="0" y="0"/>
          <a:chExt cx="0" cy="0"/>
        </a:xfrm>
      </p:grpSpPr>
      <p:sp>
        <p:nvSpPr>
          <p:cNvPr id="1368" name="Google Shape;1368;p25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9" name="Google Shape;1369;p255"/>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0" name="Google Shape;1370;p255"/>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71" name="Google Shape;1371;p255"/>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72" name="Google Shape;1372;p255"/>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3" name="Shape 1373"/>
        <p:cNvGrpSpPr/>
        <p:nvPr/>
      </p:nvGrpSpPr>
      <p:grpSpPr>
        <a:xfrm>
          <a:off x="0" y="0"/>
          <a:ext cx="0" cy="0"/>
          <a:chOff x="0" y="0"/>
          <a:chExt cx="0" cy="0"/>
        </a:xfrm>
      </p:grpSpPr>
      <p:sp>
        <p:nvSpPr>
          <p:cNvPr id="1374" name="Google Shape;1374;p256"/>
          <p:cNvSpPr txBox="1"/>
          <p:nvPr>
            <p:ph type="title"/>
          </p:nvPr>
        </p:nvSpPr>
        <p:spPr>
          <a:xfrm rot="5400000">
            <a:off x="4732338" y="2171703"/>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75" name="Google Shape;1375;p256"/>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6" name="Google Shape;1376;p256"/>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77" name="Google Shape;1377;p256"/>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78" name="Google Shape;1378;p256"/>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379" name="Shape 1379"/>
        <p:cNvGrpSpPr/>
        <p:nvPr/>
      </p:nvGrpSpPr>
      <p:grpSpPr>
        <a:xfrm>
          <a:off x="0" y="0"/>
          <a:ext cx="0" cy="0"/>
          <a:chOff x="0" y="0"/>
          <a:chExt cx="0" cy="0"/>
        </a:xfrm>
      </p:grpSpPr>
      <p:sp>
        <p:nvSpPr>
          <p:cNvPr id="1380" name="Google Shape;1380;p257"/>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1381" name="Google Shape;1381;p257"/>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382" name="Google Shape;1382;p257"/>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383" name="Google Shape;1383;p257"/>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1384" name="Google Shape;1384;p257"/>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1385" name="Google Shape;1385;p257"/>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386" name="Google Shape;1386;p257"/>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387" name="Google Shape;1387;p257"/>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1388" name="Google Shape;1388;p257"/>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389" name="Google Shape;1389;p257"/>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390" name="Google Shape;1390;p257"/>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1391" name="Google Shape;1391;p257"/>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1392" name="Google Shape;1392;p257"/>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393" name="Google Shape;1393;p257"/>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394" name="Google Shape;1394;p257"/>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350"/>
              <a:buNone/>
              <a:defRPr sz="135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95" name="Google Shape;1395;p257"/>
          <p:cNvSpPr txBox="1"/>
          <p:nvPr>
            <p:ph type="title"/>
          </p:nvPr>
        </p:nvSpPr>
        <p:spPr>
          <a:xfrm>
            <a:off x="2514600" y="3810000"/>
            <a:ext cx="6019800" cy="1524000"/>
          </a:xfrm>
          <a:prstGeom prst="rect">
            <a:avLst/>
          </a:prstGeom>
          <a:noFill/>
          <a:ln>
            <a:noFill/>
          </a:ln>
        </p:spPr>
        <p:txBody>
          <a:bodyPr anchorCtr="0" anchor="t" bIns="45700" lIns="91425" spcFirstLastPara="1" rIns="91425" wrap="square" tIns="45700">
            <a:noAutofit/>
          </a:bodyPr>
          <a:lstStyle>
            <a:lvl1pPr lvl="0" marR="0" rtl="0" algn="l">
              <a:lnSpc>
                <a:spcPct val="90909"/>
              </a:lnSpc>
              <a:spcBef>
                <a:spcPts val="0"/>
              </a:spcBef>
              <a:spcAft>
                <a:spcPts val="0"/>
              </a:spcAft>
              <a:buClr>
                <a:schemeClr val="lt1"/>
              </a:buClr>
              <a:buSzPts val="3300"/>
              <a:buFont typeface="Calibri"/>
              <a:buNone/>
              <a:defRPr b="0" i="0" sz="33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1396" name="Shape 1396"/>
        <p:cNvGrpSpPr/>
        <p:nvPr/>
      </p:nvGrpSpPr>
      <p:grpSpPr>
        <a:xfrm>
          <a:off x="0" y="0"/>
          <a:ext cx="0" cy="0"/>
          <a:chOff x="0" y="0"/>
          <a:chExt cx="0" cy="0"/>
        </a:xfrm>
      </p:grpSpPr>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397" name="Shape 1397"/>
        <p:cNvGrpSpPr/>
        <p:nvPr/>
      </p:nvGrpSpPr>
      <p:grpSpPr>
        <a:xfrm>
          <a:off x="0" y="0"/>
          <a:ext cx="0" cy="0"/>
          <a:chOff x="0" y="0"/>
          <a:chExt cx="0" cy="0"/>
        </a:xfrm>
      </p:grpSpPr>
      <p:sp>
        <p:nvSpPr>
          <p:cNvPr id="1398" name="Google Shape;1398;p259"/>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399" name="Google Shape;1399;p259"/>
          <p:cNvGrpSpPr/>
          <p:nvPr/>
        </p:nvGrpSpPr>
        <p:grpSpPr>
          <a:xfrm>
            <a:off x="2084388" y="6550027"/>
            <a:ext cx="7059612" cy="49213"/>
            <a:chOff x="2083888" y="6550671"/>
            <a:chExt cx="7060112" cy="48665"/>
          </a:xfrm>
        </p:grpSpPr>
        <p:sp>
          <p:nvSpPr>
            <p:cNvPr id="1400" name="Google Shape;1400;p25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01" name="Google Shape;1401;p25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02" name="Google Shape;1402;p25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403" name="Google Shape;1403;p259"/>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404" name="Google Shape;1404;p259"/>
          <p:cNvGrpSpPr/>
          <p:nvPr/>
        </p:nvGrpSpPr>
        <p:grpSpPr>
          <a:xfrm>
            <a:off x="2133600" y="6553200"/>
            <a:ext cx="7010400" cy="46038"/>
            <a:chOff x="1905000" y="6553200"/>
            <a:chExt cx="7010400" cy="45719"/>
          </a:xfrm>
        </p:grpSpPr>
        <p:sp>
          <p:nvSpPr>
            <p:cNvPr id="1405" name="Google Shape;1405;p25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06" name="Google Shape;1406;p25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07" name="Google Shape;1407;p25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408" name="Google Shape;1408;p259"/>
          <p:cNvGrpSpPr/>
          <p:nvPr/>
        </p:nvGrpSpPr>
        <p:grpSpPr>
          <a:xfrm>
            <a:off x="0" y="1295400"/>
            <a:ext cx="7010400" cy="46038"/>
            <a:chOff x="1905000" y="6553200"/>
            <a:chExt cx="7010400" cy="45719"/>
          </a:xfrm>
        </p:grpSpPr>
        <p:sp>
          <p:nvSpPr>
            <p:cNvPr id="1409" name="Google Shape;1409;p25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10" name="Google Shape;1410;p25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11" name="Google Shape;1411;p25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412" name="Google Shape;1412;p259"/>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13" name="Google Shape;1413;p25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414" name="Shape 1414"/>
        <p:cNvGrpSpPr/>
        <p:nvPr/>
      </p:nvGrpSpPr>
      <p:grpSpPr>
        <a:xfrm>
          <a:off x="0" y="0"/>
          <a:ext cx="0" cy="0"/>
          <a:chOff x="0" y="0"/>
          <a:chExt cx="0" cy="0"/>
        </a:xfrm>
      </p:grpSpPr>
      <p:sp>
        <p:nvSpPr>
          <p:cNvPr id="1415" name="Google Shape;1415;p260"/>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416" name="Google Shape;1416;p260"/>
          <p:cNvGrpSpPr/>
          <p:nvPr/>
        </p:nvGrpSpPr>
        <p:grpSpPr>
          <a:xfrm>
            <a:off x="2084388" y="6550027"/>
            <a:ext cx="7059612" cy="49213"/>
            <a:chOff x="2083888" y="6550671"/>
            <a:chExt cx="7060112" cy="48665"/>
          </a:xfrm>
        </p:grpSpPr>
        <p:sp>
          <p:nvSpPr>
            <p:cNvPr id="1417" name="Google Shape;1417;p26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18" name="Google Shape;1418;p26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19" name="Google Shape;1419;p26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420" name="Google Shape;1420;p260"/>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421" name="Google Shape;1421;p260"/>
          <p:cNvGrpSpPr/>
          <p:nvPr/>
        </p:nvGrpSpPr>
        <p:grpSpPr>
          <a:xfrm>
            <a:off x="2133600" y="6553200"/>
            <a:ext cx="7010400" cy="46038"/>
            <a:chOff x="1905000" y="6553200"/>
            <a:chExt cx="7010400" cy="45719"/>
          </a:xfrm>
        </p:grpSpPr>
        <p:sp>
          <p:nvSpPr>
            <p:cNvPr id="1422" name="Google Shape;1422;p26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23" name="Google Shape;1423;p26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24" name="Google Shape;1424;p26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425" name="Google Shape;1425;p260"/>
          <p:cNvGrpSpPr/>
          <p:nvPr/>
        </p:nvGrpSpPr>
        <p:grpSpPr>
          <a:xfrm>
            <a:off x="0" y="1295400"/>
            <a:ext cx="7010400" cy="46038"/>
            <a:chOff x="1905000" y="6553200"/>
            <a:chExt cx="7010400" cy="45719"/>
          </a:xfrm>
        </p:grpSpPr>
        <p:sp>
          <p:nvSpPr>
            <p:cNvPr id="1426" name="Google Shape;1426;p26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27" name="Google Shape;1427;p26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28" name="Google Shape;1428;p26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429" name="Google Shape;1429;p260"/>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30" name="Google Shape;1430;p26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1431" name="Shape 1431"/>
        <p:cNvGrpSpPr/>
        <p:nvPr/>
      </p:nvGrpSpPr>
      <p:grpSpPr>
        <a:xfrm>
          <a:off x="0" y="0"/>
          <a:ext cx="0" cy="0"/>
          <a:chOff x="0" y="0"/>
          <a:chExt cx="0" cy="0"/>
        </a:xfrm>
      </p:grpSpPr>
      <p:sp>
        <p:nvSpPr>
          <p:cNvPr id="1432" name="Google Shape;1432;p261"/>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433" name="Google Shape;1433;p261"/>
          <p:cNvGrpSpPr/>
          <p:nvPr/>
        </p:nvGrpSpPr>
        <p:grpSpPr>
          <a:xfrm>
            <a:off x="2084388" y="6550027"/>
            <a:ext cx="7059612" cy="49213"/>
            <a:chOff x="2083888" y="6550671"/>
            <a:chExt cx="7060112" cy="48665"/>
          </a:xfrm>
        </p:grpSpPr>
        <p:sp>
          <p:nvSpPr>
            <p:cNvPr id="1434" name="Google Shape;1434;p26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35" name="Google Shape;1435;p26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36" name="Google Shape;1436;p26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437" name="Google Shape;1437;p26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438" name="Google Shape;1438;p261"/>
          <p:cNvGrpSpPr/>
          <p:nvPr/>
        </p:nvGrpSpPr>
        <p:grpSpPr>
          <a:xfrm>
            <a:off x="2133600" y="6553200"/>
            <a:ext cx="7010400" cy="46038"/>
            <a:chOff x="1905000" y="6553200"/>
            <a:chExt cx="7010400" cy="45719"/>
          </a:xfrm>
        </p:grpSpPr>
        <p:sp>
          <p:nvSpPr>
            <p:cNvPr id="1439" name="Google Shape;1439;p26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40" name="Google Shape;1440;p26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41" name="Google Shape;1441;p26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442" name="Google Shape;1442;p261"/>
          <p:cNvGrpSpPr/>
          <p:nvPr/>
        </p:nvGrpSpPr>
        <p:grpSpPr>
          <a:xfrm>
            <a:off x="0" y="1295400"/>
            <a:ext cx="7010400" cy="46038"/>
            <a:chOff x="1905000" y="6553200"/>
            <a:chExt cx="7010400" cy="45719"/>
          </a:xfrm>
        </p:grpSpPr>
        <p:sp>
          <p:nvSpPr>
            <p:cNvPr id="1443" name="Google Shape;1443;p26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44" name="Google Shape;1444;p26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45" name="Google Shape;1445;p26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446" name="Google Shape;1446;p261"/>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47" name="Google Shape;1447;p26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1448" name="Shape 1448"/>
        <p:cNvGrpSpPr/>
        <p:nvPr/>
      </p:nvGrpSpPr>
      <p:grpSpPr>
        <a:xfrm>
          <a:off x="0" y="0"/>
          <a:ext cx="0" cy="0"/>
          <a:chOff x="0" y="0"/>
          <a:chExt cx="0" cy="0"/>
        </a:xfrm>
      </p:grpSpPr>
      <p:sp>
        <p:nvSpPr>
          <p:cNvPr id="1449" name="Google Shape;1449;p262"/>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450" name="Google Shape;1450;p262"/>
          <p:cNvGrpSpPr/>
          <p:nvPr/>
        </p:nvGrpSpPr>
        <p:grpSpPr>
          <a:xfrm>
            <a:off x="2084388" y="6550027"/>
            <a:ext cx="7059612" cy="49213"/>
            <a:chOff x="2083888" y="6550671"/>
            <a:chExt cx="7060112" cy="48665"/>
          </a:xfrm>
        </p:grpSpPr>
        <p:sp>
          <p:nvSpPr>
            <p:cNvPr id="1451" name="Google Shape;1451;p26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52" name="Google Shape;1452;p26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53" name="Google Shape;1453;p26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454" name="Google Shape;1454;p262"/>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455" name="Google Shape;1455;p262"/>
          <p:cNvGrpSpPr/>
          <p:nvPr/>
        </p:nvGrpSpPr>
        <p:grpSpPr>
          <a:xfrm>
            <a:off x="2133600" y="6553200"/>
            <a:ext cx="7010400" cy="46038"/>
            <a:chOff x="1905000" y="6553200"/>
            <a:chExt cx="7010400" cy="45719"/>
          </a:xfrm>
        </p:grpSpPr>
        <p:sp>
          <p:nvSpPr>
            <p:cNvPr id="1456" name="Google Shape;1456;p26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57" name="Google Shape;1457;p26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58" name="Google Shape;1458;p26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459" name="Google Shape;1459;p262"/>
          <p:cNvGrpSpPr/>
          <p:nvPr/>
        </p:nvGrpSpPr>
        <p:grpSpPr>
          <a:xfrm>
            <a:off x="0" y="1295400"/>
            <a:ext cx="7010400" cy="46038"/>
            <a:chOff x="1905000" y="6553200"/>
            <a:chExt cx="7010400" cy="45719"/>
          </a:xfrm>
        </p:grpSpPr>
        <p:sp>
          <p:nvSpPr>
            <p:cNvPr id="1460" name="Google Shape;1460;p26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61" name="Google Shape;1461;p26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62" name="Google Shape;1462;p26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463" name="Google Shape;1463;p262"/>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4" name="Google Shape;1464;p26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1465" name="Shape 1465"/>
        <p:cNvGrpSpPr/>
        <p:nvPr/>
      </p:nvGrpSpPr>
      <p:grpSpPr>
        <a:xfrm>
          <a:off x="0" y="0"/>
          <a:ext cx="0" cy="0"/>
          <a:chOff x="0" y="0"/>
          <a:chExt cx="0" cy="0"/>
        </a:xfrm>
      </p:grpSpPr>
      <p:sp>
        <p:nvSpPr>
          <p:cNvPr id="1466" name="Google Shape;1466;p263"/>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467" name="Google Shape;1467;p263"/>
          <p:cNvGrpSpPr/>
          <p:nvPr/>
        </p:nvGrpSpPr>
        <p:grpSpPr>
          <a:xfrm>
            <a:off x="2084388" y="6550027"/>
            <a:ext cx="7059612" cy="49213"/>
            <a:chOff x="2083888" y="6550671"/>
            <a:chExt cx="7060112" cy="48665"/>
          </a:xfrm>
        </p:grpSpPr>
        <p:sp>
          <p:nvSpPr>
            <p:cNvPr id="1468" name="Google Shape;1468;p26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69" name="Google Shape;1469;p26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0" name="Google Shape;1470;p26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471" name="Google Shape;1471;p263"/>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472" name="Google Shape;1472;p263"/>
          <p:cNvGrpSpPr/>
          <p:nvPr/>
        </p:nvGrpSpPr>
        <p:grpSpPr>
          <a:xfrm>
            <a:off x="2133600" y="6553200"/>
            <a:ext cx="7010400" cy="46038"/>
            <a:chOff x="1905000" y="6553200"/>
            <a:chExt cx="7010400" cy="45719"/>
          </a:xfrm>
        </p:grpSpPr>
        <p:sp>
          <p:nvSpPr>
            <p:cNvPr id="1473" name="Google Shape;1473;p26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4" name="Google Shape;1474;p26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5" name="Google Shape;1475;p26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476" name="Google Shape;1476;p263"/>
          <p:cNvGrpSpPr/>
          <p:nvPr/>
        </p:nvGrpSpPr>
        <p:grpSpPr>
          <a:xfrm>
            <a:off x="0" y="1295400"/>
            <a:ext cx="7010400" cy="46038"/>
            <a:chOff x="1905000" y="6553200"/>
            <a:chExt cx="7010400" cy="45719"/>
          </a:xfrm>
        </p:grpSpPr>
        <p:sp>
          <p:nvSpPr>
            <p:cNvPr id="1477" name="Google Shape;1477;p26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8" name="Google Shape;1478;p26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9" name="Google Shape;1479;p26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480" name="Google Shape;1480;p263"/>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81" name="Google Shape;1481;p26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1482" name="Shape 1482"/>
        <p:cNvGrpSpPr/>
        <p:nvPr/>
      </p:nvGrpSpPr>
      <p:grpSpPr>
        <a:xfrm>
          <a:off x="0" y="0"/>
          <a:ext cx="0" cy="0"/>
          <a:chOff x="0" y="0"/>
          <a:chExt cx="0" cy="0"/>
        </a:xfrm>
      </p:grpSpPr>
      <p:sp>
        <p:nvSpPr>
          <p:cNvPr id="1483" name="Google Shape;1483;p264"/>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484" name="Google Shape;1484;p264"/>
          <p:cNvGrpSpPr/>
          <p:nvPr/>
        </p:nvGrpSpPr>
        <p:grpSpPr>
          <a:xfrm>
            <a:off x="2084388" y="6550027"/>
            <a:ext cx="7059612" cy="49213"/>
            <a:chOff x="2083888" y="6550671"/>
            <a:chExt cx="7060112" cy="48665"/>
          </a:xfrm>
        </p:grpSpPr>
        <p:sp>
          <p:nvSpPr>
            <p:cNvPr id="1485" name="Google Shape;1485;p26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86" name="Google Shape;1486;p26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87" name="Google Shape;1487;p26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488" name="Google Shape;1488;p264"/>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489" name="Google Shape;1489;p264"/>
          <p:cNvGrpSpPr/>
          <p:nvPr/>
        </p:nvGrpSpPr>
        <p:grpSpPr>
          <a:xfrm>
            <a:off x="2133600" y="6553200"/>
            <a:ext cx="7010400" cy="46038"/>
            <a:chOff x="1905000" y="6553200"/>
            <a:chExt cx="7010400" cy="45719"/>
          </a:xfrm>
        </p:grpSpPr>
        <p:sp>
          <p:nvSpPr>
            <p:cNvPr id="1490" name="Google Shape;1490;p26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91" name="Google Shape;1491;p26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92" name="Google Shape;1492;p26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493" name="Google Shape;1493;p264"/>
          <p:cNvGrpSpPr/>
          <p:nvPr/>
        </p:nvGrpSpPr>
        <p:grpSpPr>
          <a:xfrm>
            <a:off x="0" y="1295400"/>
            <a:ext cx="7010400" cy="46038"/>
            <a:chOff x="1905000" y="6553200"/>
            <a:chExt cx="7010400" cy="45719"/>
          </a:xfrm>
        </p:grpSpPr>
        <p:sp>
          <p:nvSpPr>
            <p:cNvPr id="1494" name="Google Shape;1494;p26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95" name="Google Shape;1495;p26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96" name="Google Shape;1496;p26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497" name="Google Shape;1497;p264"/>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98" name="Google Shape;1498;p26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1499" name="Shape 1499"/>
        <p:cNvGrpSpPr/>
        <p:nvPr/>
      </p:nvGrpSpPr>
      <p:grpSpPr>
        <a:xfrm>
          <a:off x="0" y="0"/>
          <a:ext cx="0" cy="0"/>
          <a:chOff x="0" y="0"/>
          <a:chExt cx="0" cy="0"/>
        </a:xfrm>
      </p:grpSpPr>
      <p:sp>
        <p:nvSpPr>
          <p:cNvPr id="1500" name="Google Shape;1500;p265"/>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501" name="Google Shape;1501;p265"/>
          <p:cNvGrpSpPr/>
          <p:nvPr/>
        </p:nvGrpSpPr>
        <p:grpSpPr>
          <a:xfrm>
            <a:off x="2084388" y="6550027"/>
            <a:ext cx="7059612" cy="49213"/>
            <a:chOff x="2083888" y="6550671"/>
            <a:chExt cx="7060112" cy="48665"/>
          </a:xfrm>
        </p:grpSpPr>
        <p:sp>
          <p:nvSpPr>
            <p:cNvPr id="1502" name="Google Shape;1502;p26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3" name="Google Shape;1503;p26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4" name="Google Shape;1504;p26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505" name="Google Shape;1505;p265"/>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506" name="Google Shape;1506;p265"/>
          <p:cNvGrpSpPr/>
          <p:nvPr/>
        </p:nvGrpSpPr>
        <p:grpSpPr>
          <a:xfrm>
            <a:off x="2133600" y="6553200"/>
            <a:ext cx="7010400" cy="46038"/>
            <a:chOff x="1905000" y="6553200"/>
            <a:chExt cx="7010400" cy="45719"/>
          </a:xfrm>
        </p:grpSpPr>
        <p:sp>
          <p:nvSpPr>
            <p:cNvPr id="1507" name="Google Shape;1507;p26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8" name="Google Shape;1508;p26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9" name="Google Shape;1509;p26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510" name="Google Shape;1510;p265"/>
          <p:cNvGrpSpPr/>
          <p:nvPr/>
        </p:nvGrpSpPr>
        <p:grpSpPr>
          <a:xfrm>
            <a:off x="0" y="1295400"/>
            <a:ext cx="7010400" cy="46038"/>
            <a:chOff x="1905000" y="6553200"/>
            <a:chExt cx="7010400" cy="45719"/>
          </a:xfrm>
        </p:grpSpPr>
        <p:sp>
          <p:nvSpPr>
            <p:cNvPr id="1511" name="Google Shape;1511;p26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12" name="Google Shape;1512;p26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13" name="Google Shape;1513;p26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514" name="Google Shape;1514;p265"/>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15" name="Google Shape;1515;p265"/>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spTree>
      <p:nvGrpSpPr>
        <p:cNvPr id="1516" name="Shape 1516"/>
        <p:cNvGrpSpPr/>
        <p:nvPr/>
      </p:nvGrpSpPr>
      <p:grpSpPr>
        <a:xfrm>
          <a:off x="0" y="0"/>
          <a:ext cx="0" cy="0"/>
          <a:chOff x="0" y="0"/>
          <a:chExt cx="0" cy="0"/>
        </a:xfrm>
      </p:grpSpPr>
      <p:sp>
        <p:nvSpPr>
          <p:cNvPr id="1517" name="Google Shape;1517;p266"/>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518" name="Google Shape;1518;p266"/>
          <p:cNvGrpSpPr/>
          <p:nvPr/>
        </p:nvGrpSpPr>
        <p:grpSpPr>
          <a:xfrm>
            <a:off x="2084388" y="6550027"/>
            <a:ext cx="7059612" cy="49213"/>
            <a:chOff x="2083888" y="6550671"/>
            <a:chExt cx="7060112" cy="48665"/>
          </a:xfrm>
        </p:grpSpPr>
        <p:sp>
          <p:nvSpPr>
            <p:cNvPr id="1519" name="Google Shape;1519;p26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20" name="Google Shape;1520;p26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21" name="Google Shape;1521;p26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522" name="Google Shape;1522;p266"/>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523" name="Google Shape;1523;p266"/>
          <p:cNvGrpSpPr/>
          <p:nvPr/>
        </p:nvGrpSpPr>
        <p:grpSpPr>
          <a:xfrm>
            <a:off x="2133600" y="6553200"/>
            <a:ext cx="7010400" cy="46038"/>
            <a:chOff x="1905000" y="6553200"/>
            <a:chExt cx="7010400" cy="45719"/>
          </a:xfrm>
        </p:grpSpPr>
        <p:sp>
          <p:nvSpPr>
            <p:cNvPr id="1524" name="Google Shape;1524;p26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25" name="Google Shape;1525;p26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26" name="Google Shape;1526;p26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527" name="Google Shape;1527;p266"/>
          <p:cNvGrpSpPr/>
          <p:nvPr/>
        </p:nvGrpSpPr>
        <p:grpSpPr>
          <a:xfrm>
            <a:off x="0" y="1295400"/>
            <a:ext cx="7010400" cy="46038"/>
            <a:chOff x="1905000" y="6553200"/>
            <a:chExt cx="7010400" cy="45719"/>
          </a:xfrm>
        </p:grpSpPr>
        <p:sp>
          <p:nvSpPr>
            <p:cNvPr id="1528" name="Google Shape;1528;p26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29" name="Google Shape;1529;p26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30" name="Google Shape;1530;p26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531" name="Google Shape;1531;p266"/>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32" name="Google Shape;1532;p26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1533" name="Shape 1533"/>
        <p:cNvGrpSpPr/>
        <p:nvPr/>
      </p:nvGrpSpPr>
      <p:grpSpPr>
        <a:xfrm>
          <a:off x="0" y="0"/>
          <a:ext cx="0" cy="0"/>
          <a:chOff x="0" y="0"/>
          <a:chExt cx="0" cy="0"/>
        </a:xfrm>
      </p:grpSpPr>
      <p:sp>
        <p:nvSpPr>
          <p:cNvPr id="1534" name="Google Shape;1534;p267"/>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535" name="Google Shape;1535;p267"/>
          <p:cNvGrpSpPr/>
          <p:nvPr/>
        </p:nvGrpSpPr>
        <p:grpSpPr>
          <a:xfrm>
            <a:off x="2084388" y="6550027"/>
            <a:ext cx="7059612" cy="49213"/>
            <a:chOff x="2083888" y="6550671"/>
            <a:chExt cx="7060112" cy="48665"/>
          </a:xfrm>
        </p:grpSpPr>
        <p:sp>
          <p:nvSpPr>
            <p:cNvPr id="1536" name="Google Shape;1536;p26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37" name="Google Shape;1537;p26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38" name="Google Shape;1538;p26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539" name="Google Shape;1539;p267"/>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540" name="Google Shape;1540;p267"/>
          <p:cNvGrpSpPr/>
          <p:nvPr/>
        </p:nvGrpSpPr>
        <p:grpSpPr>
          <a:xfrm>
            <a:off x="2133600" y="6553200"/>
            <a:ext cx="7010400" cy="46038"/>
            <a:chOff x="1905000" y="6553200"/>
            <a:chExt cx="7010400" cy="45719"/>
          </a:xfrm>
        </p:grpSpPr>
        <p:sp>
          <p:nvSpPr>
            <p:cNvPr id="1541" name="Google Shape;1541;p26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42" name="Google Shape;1542;p26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43" name="Google Shape;1543;p26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544" name="Google Shape;1544;p267"/>
          <p:cNvGrpSpPr/>
          <p:nvPr/>
        </p:nvGrpSpPr>
        <p:grpSpPr>
          <a:xfrm>
            <a:off x="0" y="1295400"/>
            <a:ext cx="7010400" cy="46038"/>
            <a:chOff x="1905000" y="6553200"/>
            <a:chExt cx="7010400" cy="45719"/>
          </a:xfrm>
        </p:grpSpPr>
        <p:sp>
          <p:nvSpPr>
            <p:cNvPr id="1545" name="Google Shape;1545;p26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46" name="Google Shape;1546;p26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47" name="Google Shape;1547;p26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548" name="Google Shape;1548;p267"/>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49" name="Google Shape;1549;p26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1550" name="Shape 1550"/>
        <p:cNvGrpSpPr/>
        <p:nvPr/>
      </p:nvGrpSpPr>
      <p:grpSpPr>
        <a:xfrm>
          <a:off x="0" y="0"/>
          <a:ext cx="0" cy="0"/>
          <a:chOff x="0" y="0"/>
          <a:chExt cx="0" cy="0"/>
        </a:xfrm>
      </p:grpSpPr>
      <p:sp>
        <p:nvSpPr>
          <p:cNvPr id="1551" name="Google Shape;1551;p268"/>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552" name="Google Shape;1552;p268"/>
          <p:cNvGrpSpPr/>
          <p:nvPr/>
        </p:nvGrpSpPr>
        <p:grpSpPr>
          <a:xfrm>
            <a:off x="2084388" y="6550027"/>
            <a:ext cx="7059612" cy="49213"/>
            <a:chOff x="2083888" y="6550671"/>
            <a:chExt cx="7060112" cy="48665"/>
          </a:xfrm>
        </p:grpSpPr>
        <p:sp>
          <p:nvSpPr>
            <p:cNvPr id="1553" name="Google Shape;1553;p26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54" name="Google Shape;1554;p26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55" name="Google Shape;1555;p26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556" name="Google Shape;1556;p268"/>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557" name="Google Shape;1557;p268"/>
          <p:cNvGrpSpPr/>
          <p:nvPr/>
        </p:nvGrpSpPr>
        <p:grpSpPr>
          <a:xfrm>
            <a:off x="2133600" y="6553200"/>
            <a:ext cx="7010400" cy="46038"/>
            <a:chOff x="1905000" y="6553200"/>
            <a:chExt cx="7010400" cy="45719"/>
          </a:xfrm>
        </p:grpSpPr>
        <p:sp>
          <p:nvSpPr>
            <p:cNvPr id="1558" name="Google Shape;1558;p26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59" name="Google Shape;1559;p26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60" name="Google Shape;1560;p26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561" name="Google Shape;1561;p268"/>
          <p:cNvGrpSpPr/>
          <p:nvPr/>
        </p:nvGrpSpPr>
        <p:grpSpPr>
          <a:xfrm>
            <a:off x="0" y="1295400"/>
            <a:ext cx="7010400" cy="46038"/>
            <a:chOff x="1905000" y="6553200"/>
            <a:chExt cx="7010400" cy="45719"/>
          </a:xfrm>
        </p:grpSpPr>
        <p:sp>
          <p:nvSpPr>
            <p:cNvPr id="1562" name="Google Shape;1562;p26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63" name="Google Shape;1563;p26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64" name="Google Shape;1564;p26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565" name="Google Shape;1565;p268"/>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6" name="Google Shape;1566;p26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1567" name="Shape 1567"/>
        <p:cNvGrpSpPr/>
        <p:nvPr/>
      </p:nvGrpSpPr>
      <p:grpSpPr>
        <a:xfrm>
          <a:off x="0" y="0"/>
          <a:ext cx="0" cy="0"/>
          <a:chOff x="0" y="0"/>
          <a:chExt cx="0" cy="0"/>
        </a:xfrm>
      </p:grpSpPr>
      <p:sp>
        <p:nvSpPr>
          <p:cNvPr id="1568" name="Google Shape;1568;p269"/>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569" name="Google Shape;1569;p269"/>
          <p:cNvGrpSpPr/>
          <p:nvPr/>
        </p:nvGrpSpPr>
        <p:grpSpPr>
          <a:xfrm>
            <a:off x="2084388" y="6550027"/>
            <a:ext cx="7059612" cy="49213"/>
            <a:chOff x="2083888" y="6550671"/>
            <a:chExt cx="7060112" cy="48665"/>
          </a:xfrm>
        </p:grpSpPr>
        <p:sp>
          <p:nvSpPr>
            <p:cNvPr id="1570" name="Google Shape;1570;p26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71" name="Google Shape;1571;p26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72" name="Google Shape;1572;p26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573" name="Google Shape;1573;p269"/>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574" name="Google Shape;1574;p269"/>
          <p:cNvGrpSpPr/>
          <p:nvPr/>
        </p:nvGrpSpPr>
        <p:grpSpPr>
          <a:xfrm>
            <a:off x="2133600" y="6553200"/>
            <a:ext cx="7010400" cy="46038"/>
            <a:chOff x="1905000" y="6553200"/>
            <a:chExt cx="7010400" cy="45719"/>
          </a:xfrm>
        </p:grpSpPr>
        <p:sp>
          <p:nvSpPr>
            <p:cNvPr id="1575" name="Google Shape;1575;p26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76" name="Google Shape;1576;p26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77" name="Google Shape;1577;p26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578" name="Google Shape;1578;p269"/>
          <p:cNvGrpSpPr/>
          <p:nvPr/>
        </p:nvGrpSpPr>
        <p:grpSpPr>
          <a:xfrm>
            <a:off x="0" y="1295400"/>
            <a:ext cx="7010400" cy="46038"/>
            <a:chOff x="1905000" y="6553200"/>
            <a:chExt cx="7010400" cy="45719"/>
          </a:xfrm>
        </p:grpSpPr>
        <p:sp>
          <p:nvSpPr>
            <p:cNvPr id="1579" name="Google Shape;1579;p26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80" name="Google Shape;1580;p26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81" name="Google Shape;1581;p26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582" name="Google Shape;1582;p269"/>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83" name="Google Shape;1583;p26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1584" name="Shape 1584"/>
        <p:cNvGrpSpPr/>
        <p:nvPr/>
      </p:nvGrpSpPr>
      <p:grpSpPr>
        <a:xfrm>
          <a:off x="0" y="0"/>
          <a:ext cx="0" cy="0"/>
          <a:chOff x="0" y="0"/>
          <a:chExt cx="0" cy="0"/>
        </a:xfrm>
      </p:grpSpPr>
      <p:sp>
        <p:nvSpPr>
          <p:cNvPr id="1585" name="Google Shape;1585;p270"/>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586" name="Google Shape;1586;p270"/>
          <p:cNvGrpSpPr/>
          <p:nvPr/>
        </p:nvGrpSpPr>
        <p:grpSpPr>
          <a:xfrm>
            <a:off x="2084388" y="6550027"/>
            <a:ext cx="7059612" cy="49213"/>
            <a:chOff x="2083888" y="6550671"/>
            <a:chExt cx="7060112" cy="48665"/>
          </a:xfrm>
        </p:grpSpPr>
        <p:sp>
          <p:nvSpPr>
            <p:cNvPr id="1587" name="Google Shape;1587;p27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88" name="Google Shape;1588;p27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89" name="Google Shape;1589;p27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590" name="Google Shape;1590;p270"/>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591" name="Google Shape;1591;p270"/>
          <p:cNvGrpSpPr/>
          <p:nvPr/>
        </p:nvGrpSpPr>
        <p:grpSpPr>
          <a:xfrm>
            <a:off x="2133600" y="6553200"/>
            <a:ext cx="7010400" cy="46038"/>
            <a:chOff x="1905000" y="6553200"/>
            <a:chExt cx="7010400" cy="45719"/>
          </a:xfrm>
        </p:grpSpPr>
        <p:sp>
          <p:nvSpPr>
            <p:cNvPr id="1592" name="Google Shape;1592;p27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93" name="Google Shape;1593;p27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94" name="Google Shape;1594;p27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595" name="Google Shape;1595;p270"/>
          <p:cNvGrpSpPr/>
          <p:nvPr/>
        </p:nvGrpSpPr>
        <p:grpSpPr>
          <a:xfrm>
            <a:off x="0" y="1295400"/>
            <a:ext cx="7010400" cy="46038"/>
            <a:chOff x="1905000" y="6553200"/>
            <a:chExt cx="7010400" cy="45719"/>
          </a:xfrm>
        </p:grpSpPr>
        <p:sp>
          <p:nvSpPr>
            <p:cNvPr id="1596" name="Google Shape;1596;p27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97" name="Google Shape;1597;p27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98" name="Google Shape;1598;p27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599" name="Google Shape;1599;p270"/>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00" name="Google Shape;1600;p27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1601" name="Shape 1601"/>
        <p:cNvGrpSpPr/>
        <p:nvPr/>
      </p:nvGrpSpPr>
      <p:grpSpPr>
        <a:xfrm>
          <a:off x="0" y="0"/>
          <a:ext cx="0" cy="0"/>
          <a:chOff x="0" y="0"/>
          <a:chExt cx="0" cy="0"/>
        </a:xfrm>
      </p:grpSpPr>
      <p:sp>
        <p:nvSpPr>
          <p:cNvPr id="1602" name="Google Shape;1602;p271"/>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603" name="Google Shape;1603;p271"/>
          <p:cNvGrpSpPr/>
          <p:nvPr/>
        </p:nvGrpSpPr>
        <p:grpSpPr>
          <a:xfrm>
            <a:off x="2084388" y="6550027"/>
            <a:ext cx="7059612" cy="49213"/>
            <a:chOff x="2083888" y="6550671"/>
            <a:chExt cx="7060112" cy="48665"/>
          </a:xfrm>
        </p:grpSpPr>
        <p:sp>
          <p:nvSpPr>
            <p:cNvPr id="1604" name="Google Shape;1604;p27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05" name="Google Shape;1605;p27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06" name="Google Shape;1606;p27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607" name="Google Shape;1607;p27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608" name="Google Shape;1608;p271"/>
          <p:cNvGrpSpPr/>
          <p:nvPr/>
        </p:nvGrpSpPr>
        <p:grpSpPr>
          <a:xfrm>
            <a:off x="2133600" y="6553200"/>
            <a:ext cx="7010400" cy="46038"/>
            <a:chOff x="1905000" y="6553200"/>
            <a:chExt cx="7010400" cy="45719"/>
          </a:xfrm>
        </p:grpSpPr>
        <p:sp>
          <p:nvSpPr>
            <p:cNvPr id="1609" name="Google Shape;1609;p27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10" name="Google Shape;1610;p27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11" name="Google Shape;1611;p27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612" name="Google Shape;1612;p271"/>
          <p:cNvGrpSpPr/>
          <p:nvPr/>
        </p:nvGrpSpPr>
        <p:grpSpPr>
          <a:xfrm>
            <a:off x="0" y="1295400"/>
            <a:ext cx="7010400" cy="46038"/>
            <a:chOff x="1905000" y="6553200"/>
            <a:chExt cx="7010400" cy="45719"/>
          </a:xfrm>
        </p:grpSpPr>
        <p:sp>
          <p:nvSpPr>
            <p:cNvPr id="1613" name="Google Shape;1613;p27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14" name="Google Shape;1614;p27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15" name="Google Shape;1615;p27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616" name="Google Shape;1616;p271"/>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17" name="Google Shape;1617;p27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and Content">
  <p:cSld name="22_Title and Content">
    <p:spTree>
      <p:nvGrpSpPr>
        <p:cNvPr id="1618" name="Shape 1618"/>
        <p:cNvGrpSpPr/>
        <p:nvPr/>
      </p:nvGrpSpPr>
      <p:grpSpPr>
        <a:xfrm>
          <a:off x="0" y="0"/>
          <a:ext cx="0" cy="0"/>
          <a:chOff x="0" y="0"/>
          <a:chExt cx="0" cy="0"/>
        </a:xfrm>
      </p:grpSpPr>
      <p:sp>
        <p:nvSpPr>
          <p:cNvPr id="1619" name="Google Shape;1619;p272"/>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620" name="Google Shape;1620;p272"/>
          <p:cNvGrpSpPr/>
          <p:nvPr/>
        </p:nvGrpSpPr>
        <p:grpSpPr>
          <a:xfrm>
            <a:off x="2084388" y="6550027"/>
            <a:ext cx="7059612" cy="49213"/>
            <a:chOff x="2083888" y="6550671"/>
            <a:chExt cx="7060112" cy="48665"/>
          </a:xfrm>
        </p:grpSpPr>
        <p:sp>
          <p:nvSpPr>
            <p:cNvPr id="1621" name="Google Shape;1621;p27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22" name="Google Shape;1622;p27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23" name="Google Shape;1623;p27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624" name="Google Shape;1624;p272"/>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625" name="Google Shape;1625;p272"/>
          <p:cNvGrpSpPr/>
          <p:nvPr/>
        </p:nvGrpSpPr>
        <p:grpSpPr>
          <a:xfrm>
            <a:off x="2133600" y="6553200"/>
            <a:ext cx="7010400" cy="46038"/>
            <a:chOff x="1905000" y="6553200"/>
            <a:chExt cx="7010400" cy="45719"/>
          </a:xfrm>
        </p:grpSpPr>
        <p:sp>
          <p:nvSpPr>
            <p:cNvPr id="1626" name="Google Shape;1626;p27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27" name="Google Shape;1627;p27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28" name="Google Shape;1628;p27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629" name="Google Shape;1629;p272"/>
          <p:cNvGrpSpPr/>
          <p:nvPr/>
        </p:nvGrpSpPr>
        <p:grpSpPr>
          <a:xfrm>
            <a:off x="0" y="1295400"/>
            <a:ext cx="7010400" cy="46038"/>
            <a:chOff x="1905000" y="6553200"/>
            <a:chExt cx="7010400" cy="45719"/>
          </a:xfrm>
        </p:grpSpPr>
        <p:sp>
          <p:nvSpPr>
            <p:cNvPr id="1630" name="Google Shape;1630;p27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31" name="Google Shape;1631;p27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632" name="Google Shape;1632;p27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633" name="Google Shape;1633;p272"/>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34" name="Google Shape;1634;p27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6_Title and Content">
    <p:spTree>
      <p:nvGrpSpPr>
        <p:cNvPr id="1635" name="Shape 1635"/>
        <p:cNvGrpSpPr/>
        <p:nvPr/>
      </p:nvGrpSpPr>
      <p:grpSpPr>
        <a:xfrm>
          <a:off x="0" y="0"/>
          <a:ext cx="0" cy="0"/>
          <a:chOff x="0" y="0"/>
          <a:chExt cx="0" cy="0"/>
        </a:xfrm>
      </p:grpSpPr>
      <p:sp>
        <p:nvSpPr>
          <p:cNvPr id="1636" name="Google Shape;1636;p273"/>
          <p:cNvSpPr txBox="1"/>
          <p:nvPr/>
        </p:nvSpPr>
        <p:spPr>
          <a:xfrm>
            <a:off x="3276600" y="6596064"/>
            <a:ext cx="5867400" cy="196177"/>
          </a:xfrm>
          <a:prstGeom prst="rect">
            <a:avLst/>
          </a:prstGeom>
          <a:noFill/>
          <a:ln>
            <a:noFill/>
          </a:ln>
        </p:spPr>
        <p:txBody>
          <a:bodyPr anchorCtr="0" anchor="t" bIns="34275" lIns="68550" spcFirstLastPara="1" rIns="68550" wrap="square" tIns="34275">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200" u="none" cap="none" strike="noStrike">
              <a:solidFill>
                <a:srgbClr val="000000"/>
              </a:solidFill>
              <a:latin typeface="Tahoma"/>
              <a:ea typeface="Tahoma"/>
              <a:cs typeface="Tahoma"/>
              <a:sym typeface="Tahoma"/>
            </a:endParaRPr>
          </a:p>
        </p:txBody>
      </p:sp>
      <p:grpSp>
        <p:nvGrpSpPr>
          <p:cNvPr id="1637" name="Google Shape;1637;p273"/>
          <p:cNvGrpSpPr/>
          <p:nvPr/>
        </p:nvGrpSpPr>
        <p:grpSpPr>
          <a:xfrm>
            <a:off x="2084388" y="6550027"/>
            <a:ext cx="7059612" cy="49213"/>
            <a:chOff x="2083888" y="6550671"/>
            <a:chExt cx="7060112" cy="48665"/>
          </a:xfrm>
        </p:grpSpPr>
        <p:sp>
          <p:nvSpPr>
            <p:cNvPr id="1638" name="Google Shape;1638;p27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639" name="Google Shape;1639;p27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640" name="Google Shape;1640;p27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pic>
        <p:nvPicPr>
          <p:cNvPr descr="Picture 7.png" id="1641" name="Google Shape;1641;p273"/>
          <p:cNvPicPr preferRelativeResize="0"/>
          <p:nvPr/>
        </p:nvPicPr>
        <p:blipFill rotWithShape="1">
          <a:blip r:embed="rId2">
            <a:alphaModFix/>
          </a:blip>
          <a:srcRect b="5333" l="1923" r="0" t="0"/>
          <a:stretch/>
        </p:blipFill>
        <p:spPr>
          <a:xfrm>
            <a:off x="6629401" y="0"/>
            <a:ext cx="2193925" cy="692150"/>
          </a:xfrm>
          <a:prstGeom prst="rect">
            <a:avLst/>
          </a:prstGeom>
          <a:noFill/>
          <a:ln>
            <a:noFill/>
          </a:ln>
        </p:spPr>
      </p:pic>
      <p:grpSp>
        <p:nvGrpSpPr>
          <p:cNvPr id="1642" name="Google Shape;1642;p273"/>
          <p:cNvGrpSpPr/>
          <p:nvPr/>
        </p:nvGrpSpPr>
        <p:grpSpPr>
          <a:xfrm>
            <a:off x="2133600" y="6553200"/>
            <a:ext cx="7010400" cy="46038"/>
            <a:chOff x="1905000" y="6553200"/>
            <a:chExt cx="7010400" cy="45719"/>
          </a:xfrm>
        </p:grpSpPr>
        <p:sp>
          <p:nvSpPr>
            <p:cNvPr id="1643" name="Google Shape;1643;p27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644" name="Google Shape;1644;p27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645" name="Google Shape;1645;p27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grpSp>
        <p:nvGrpSpPr>
          <p:cNvPr id="1646" name="Google Shape;1646;p273"/>
          <p:cNvGrpSpPr/>
          <p:nvPr/>
        </p:nvGrpSpPr>
        <p:grpSpPr>
          <a:xfrm>
            <a:off x="0" y="1295400"/>
            <a:ext cx="7010400" cy="46038"/>
            <a:chOff x="1905000" y="6553200"/>
            <a:chExt cx="7010400" cy="45719"/>
          </a:xfrm>
        </p:grpSpPr>
        <p:sp>
          <p:nvSpPr>
            <p:cNvPr id="1647" name="Google Shape;1647;p27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648" name="Google Shape;1648;p27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1649" name="Google Shape;1649;p27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sp>
        <p:nvSpPr>
          <p:cNvPr id="1650" name="Google Shape;1650;p273"/>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indent="-330200" lvl="1" marL="914400" marR="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1651" name="Google Shape;1651;p27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2700">
                <a:latin typeface="Arial"/>
                <a:ea typeface="Arial"/>
                <a:cs typeface="Arial"/>
                <a:sym typeface="Arial"/>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itle and Content">
  <p:cSld name="23_Title and Content">
    <p:spTree>
      <p:nvGrpSpPr>
        <p:cNvPr id="1652" name="Shape 1652"/>
        <p:cNvGrpSpPr/>
        <p:nvPr/>
      </p:nvGrpSpPr>
      <p:grpSpPr>
        <a:xfrm>
          <a:off x="0" y="0"/>
          <a:ext cx="0" cy="0"/>
          <a:chOff x="0" y="0"/>
          <a:chExt cx="0" cy="0"/>
        </a:xfrm>
      </p:grpSpPr>
      <p:sp>
        <p:nvSpPr>
          <p:cNvPr id="1653" name="Google Shape;1653;p274"/>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654" name="Google Shape;1654;p274"/>
          <p:cNvGrpSpPr/>
          <p:nvPr/>
        </p:nvGrpSpPr>
        <p:grpSpPr>
          <a:xfrm>
            <a:off x="2084388" y="6550027"/>
            <a:ext cx="7059612" cy="49213"/>
            <a:chOff x="2083888" y="6550671"/>
            <a:chExt cx="7060112" cy="48665"/>
          </a:xfrm>
        </p:grpSpPr>
        <p:sp>
          <p:nvSpPr>
            <p:cNvPr id="1655" name="Google Shape;1655;p27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656" name="Google Shape;1656;p27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657" name="Google Shape;1657;p27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grpSp>
      <p:pic>
        <p:nvPicPr>
          <p:cNvPr descr="Picture 7.png" id="1658" name="Google Shape;1658;p274"/>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659" name="Google Shape;1659;p274"/>
          <p:cNvGrpSpPr/>
          <p:nvPr/>
        </p:nvGrpSpPr>
        <p:grpSpPr>
          <a:xfrm>
            <a:off x="2133600" y="6553200"/>
            <a:ext cx="7010400" cy="46038"/>
            <a:chOff x="1905000" y="6553200"/>
            <a:chExt cx="7010400" cy="45719"/>
          </a:xfrm>
        </p:grpSpPr>
        <p:sp>
          <p:nvSpPr>
            <p:cNvPr id="1660" name="Google Shape;1660;p27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661" name="Google Shape;1661;p27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662" name="Google Shape;1662;p27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grpSp>
      <p:grpSp>
        <p:nvGrpSpPr>
          <p:cNvPr id="1663" name="Google Shape;1663;p274"/>
          <p:cNvGrpSpPr/>
          <p:nvPr/>
        </p:nvGrpSpPr>
        <p:grpSpPr>
          <a:xfrm>
            <a:off x="0" y="1295400"/>
            <a:ext cx="7010400" cy="46038"/>
            <a:chOff x="1905000" y="6553200"/>
            <a:chExt cx="7010400" cy="45719"/>
          </a:xfrm>
        </p:grpSpPr>
        <p:sp>
          <p:nvSpPr>
            <p:cNvPr id="1664" name="Google Shape;1664;p27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665" name="Google Shape;1665;p27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1666" name="Google Shape;1666;p27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grpSp>
      <p:sp>
        <p:nvSpPr>
          <p:cNvPr id="1667" name="Google Shape;1667;p274"/>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68" name="Google Shape;1668;p27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2">
    <p:spTree>
      <p:nvGrpSpPr>
        <p:cNvPr id="1669" name="Shape 1669"/>
        <p:cNvGrpSpPr/>
        <p:nvPr/>
      </p:nvGrpSpPr>
      <p:grpSpPr>
        <a:xfrm>
          <a:off x="0" y="0"/>
          <a:ext cx="0" cy="0"/>
          <a:chOff x="0" y="0"/>
          <a:chExt cx="0" cy="0"/>
        </a:xfrm>
      </p:grpSpPr>
      <p:sp>
        <p:nvSpPr>
          <p:cNvPr id="1670" name="Google Shape;1670;p275"/>
          <p:cNvSpPr txBox="1"/>
          <p:nvPr/>
        </p:nvSpPr>
        <p:spPr>
          <a:xfrm>
            <a:off x="3276600" y="6596067"/>
            <a:ext cx="5867400" cy="18761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619"/>
              <a:buFont typeface="Arial"/>
              <a:buNone/>
            </a:pPr>
            <a:r>
              <a:rPr b="1" i="0" lang="en-US" sz="619" u="none" cap="none" strike="noStrike">
                <a:solidFill>
                  <a:srgbClr val="101141"/>
                </a:solidFill>
                <a:latin typeface="Arial"/>
                <a:ea typeface="Arial"/>
                <a:cs typeface="Arial"/>
                <a:sym typeface="Arial"/>
              </a:rPr>
              <a:t>BITS </a:t>
            </a:r>
            <a:r>
              <a:rPr b="0" i="0" lang="en-US" sz="619"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671" name="Google Shape;1671;p275"/>
          <p:cNvGrpSpPr/>
          <p:nvPr/>
        </p:nvGrpSpPr>
        <p:grpSpPr>
          <a:xfrm>
            <a:off x="2084388" y="6550029"/>
            <a:ext cx="7059612" cy="49213"/>
            <a:chOff x="2083888" y="6550671"/>
            <a:chExt cx="7060112" cy="48665"/>
          </a:xfrm>
        </p:grpSpPr>
        <p:sp>
          <p:nvSpPr>
            <p:cNvPr id="1672" name="Google Shape;1672;p27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73" name="Google Shape;1673;p27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74" name="Google Shape;1674;p27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pic>
        <p:nvPicPr>
          <p:cNvPr descr="Picture 7.png" id="1675" name="Google Shape;1675;p275"/>
          <p:cNvPicPr preferRelativeResize="0"/>
          <p:nvPr/>
        </p:nvPicPr>
        <p:blipFill rotWithShape="1">
          <a:blip r:embed="rId2">
            <a:alphaModFix/>
          </a:blip>
          <a:srcRect b="5334" l="1923" r="0" t="0"/>
          <a:stretch/>
        </p:blipFill>
        <p:spPr>
          <a:xfrm>
            <a:off x="6629402" y="0"/>
            <a:ext cx="2193925" cy="692150"/>
          </a:xfrm>
          <a:prstGeom prst="rect">
            <a:avLst/>
          </a:prstGeom>
          <a:noFill/>
          <a:ln>
            <a:noFill/>
          </a:ln>
        </p:spPr>
      </p:pic>
      <p:grpSp>
        <p:nvGrpSpPr>
          <p:cNvPr id="1676" name="Google Shape;1676;p275"/>
          <p:cNvGrpSpPr/>
          <p:nvPr/>
        </p:nvGrpSpPr>
        <p:grpSpPr>
          <a:xfrm>
            <a:off x="2133600" y="6553200"/>
            <a:ext cx="7010400" cy="46038"/>
            <a:chOff x="1905000" y="6553200"/>
            <a:chExt cx="7010400" cy="45719"/>
          </a:xfrm>
        </p:grpSpPr>
        <p:sp>
          <p:nvSpPr>
            <p:cNvPr id="1677" name="Google Shape;1677;p27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78" name="Google Shape;1678;p27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79" name="Google Shape;1679;p27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grpSp>
        <p:nvGrpSpPr>
          <p:cNvPr id="1680" name="Google Shape;1680;p275"/>
          <p:cNvGrpSpPr/>
          <p:nvPr/>
        </p:nvGrpSpPr>
        <p:grpSpPr>
          <a:xfrm>
            <a:off x="0" y="1295400"/>
            <a:ext cx="7010400" cy="46038"/>
            <a:chOff x="1905000" y="6553200"/>
            <a:chExt cx="7010400" cy="45719"/>
          </a:xfrm>
        </p:grpSpPr>
        <p:sp>
          <p:nvSpPr>
            <p:cNvPr id="1681" name="Google Shape;1681;p27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82" name="Google Shape;1682;p27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83" name="Google Shape;1683;p27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sp>
        <p:nvSpPr>
          <p:cNvPr id="1684" name="Google Shape;1684;p275"/>
          <p:cNvSpPr txBox="1"/>
          <p:nvPr>
            <p:ph idx="1" type="body"/>
          </p:nvPr>
        </p:nvSpPr>
        <p:spPr>
          <a:xfrm>
            <a:off x="304800" y="1493841"/>
            <a:ext cx="8229600" cy="4525963"/>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360"/>
              </a:spcBef>
              <a:spcAft>
                <a:spcPts val="0"/>
              </a:spcAft>
              <a:buClr>
                <a:srgbClr val="101141"/>
              </a:buClr>
              <a:buSzPts val="1800"/>
              <a:buFont typeface="Arial"/>
              <a:buChar char="•"/>
              <a:defRPr sz="1800">
                <a:latin typeface="Cambria"/>
                <a:ea typeface="Cambria"/>
                <a:cs typeface="Cambria"/>
                <a:sym typeface="Cambria"/>
              </a:defRPr>
            </a:lvl1pPr>
            <a:lvl2pPr indent="-342900" lvl="1" marL="914400" marR="0" algn="l">
              <a:lnSpc>
                <a:spcPct val="100000"/>
              </a:lnSpc>
              <a:spcBef>
                <a:spcPts val="360"/>
              </a:spcBef>
              <a:spcAft>
                <a:spcPts val="0"/>
              </a:spcAft>
              <a:buClr>
                <a:schemeClr val="dk1"/>
              </a:buClr>
              <a:buSzPts val="1800"/>
              <a:buFont typeface="Arial"/>
              <a:buChar char="–"/>
              <a:defRPr sz="1800">
                <a:latin typeface="Cambria"/>
                <a:ea typeface="Cambria"/>
                <a:cs typeface="Cambria"/>
                <a:sym typeface="Cambria"/>
              </a:defRPr>
            </a:lvl2pPr>
            <a:lvl3pPr indent="-342900" lvl="2" marL="1371600" algn="l">
              <a:lnSpc>
                <a:spcPct val="100000"/>
              </a:lnSpc>
              <a:spcBef>
                <a:spcPts val="360"/>
              </a:spcBef>
              <a:spcAft>
                <a:spcPts val="0"/>
              </a:spcAft>
              <a:buClr>
                <a:schemeClr val="dk1"/>
              </a:buClr>
              <a:buSzPts val="1800"/>
              <a:buChar char="•"/>
              <a:defRPr sz="1800">
                <a:latin typeface="Cambria"/>
                <a:ea typeface="Cambria"/>
                <a:cs typeface="Cambria"/>
                <a:sym typeface="Cambria"/>
              </a:defRPr>
            </a:lvl3pPr>
            <a:lvl4pPr indent="-342900" lvl="3" marL="1828800" algn="l">
              <a:lnSpc>
                <a:spcPct val="100000"/>
              </a:lnSpc>
              <a:spcBef>
                <a:spcPts val="360"/>
              </a:spcBef>
              <a:spcAft>
                <a:spcPts val="0"/>
              </a:spcAft>
              <a:buClr>
                <a:schemeClr val="dk1"/>
              </a:buClr>
              <a:buSzPts val="1800"/>
              <a:buChar char="–"/>
              <a:defRPr sz="1800">
                <a:latin typeface="Cambria"/>
                <a:ea typeface="Cambria"/>
                <a:cs typeface="Cambria"/>
                <a:sym typeface="Cambria"/>
              </a:defRPr>
            </a:lvl4pPr>
            <a:lvl5pPr indent="-342900" lvl="4" marL="2286000" algn="l">
              <a:lnSpc>
                <a:spcPct val="100000"/>
              </a:lnSpc>
              <a:spcBef>
                <a:spcPts val="360"/>
              </a:spcBef>
              <a:spcAft>
                <a:spcPts val="0"/>
              </a:spcAft>
              <a:buClr>
                <a:schemeClr val="dk1"/>
              </a:buClr>
              <a:buSzPts val="1800"/>
              <a:buChar char="»"/>
              <a:defRPr sz="1800">
                <a:latin typeface="Cambria"/>
                <a:ea typeface="Cambria"/>
                <a:cs typeface="Cambria"/>
                <a:sym typeface="Cambri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85" name="Google Shape;1685;p275"/>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75000"/>
              </a:lnSpc>
              <a:spcBef>
                <a:spcPts val="0"/>
              </a:spcBef>
              <a:spcAft>
                <a:spcPts val="0"/>
              </a:spcAft>
              <a:buClr>
                <a:schemeClr val="dk1"/>
              </a:buClr>
              <a:buSzPts val="2700"/>
              <a:buNone/>
              <a:defRPr b="1" sz="2700">
                <a:latin typeface="Cambria"/>
                <a:ea typeface="Cambria"/>
                <a:cs typeface="Cambria"/>
                <a:sym typeface="Cambri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1686" name="Shape 1686"/>
        <p:cNvGrpSpPr/>
        <p:nvPr/>
      </p:nvGrpSpPr>
      <p:grpSpPr>
        <a:xfrm>
          <a:off x="0" y="0"/>
          <a:ext cx="0" cy="0"/>
          <a:chOff x="0" y="0"/>
          <a:chExt cx="0" cy="0"/>
        </a:xfrm>
      </p:grpSpPr>
      <p:sp>
        <p:nvSpPr>
          <p:cNvPr id="1687" name="Google Shape;1687;p276"/>
          <p:cNvSpPr txBox="1"/>
          <p:nvPr/>
        </p:nvSpPr>
        <p:spPr>
          <a:xfrm>
            <a:off x="3276600" y="6596067"/>
            <a:ext cx="5867400" cy="18761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619"/>
              <a:buFont typeface="Arial"/>
              <a:buNone/>
            </a:pPr>
            <a:r>
              <a:rPr b="1" i="0" lang="en-US" sz="619" u="none" cap="none" strike="noStrike">
                <a:solidFill>
                  <a:srgbClr val="101141"/>
                </a:solidFill>
                <a:latin typeface="Arial"/>
                <a:ea typeface="Arial"/>
                <a:cs typeface="Arial"/>
                <a:sym typeface="Arial"/>
              </a:rPr>
              <a:t>BITS </a:t>
            </a:r>
            <a:r>
              <a:rPr b="0" i="0" lang="en-US" sz="619"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688" name="Google Shape;1688;p276"/>
          <p:cNvGrpSpPr/>
          <p:nvPr/>
        </p:nvGrpSpPr>
        <p:grpSpPr>
          <a:xfrm>
            <a:off x="2084388" y="6550029"/>
            <a:ext cx="7059612" cy="49213"/>
            <a:chOff x="2083888" y="6550671"/>
            <a:chExt cx="7060112" cy="48665"/>
          </a:xfrm>
        </p:grpSpPr>
        <p:sp>
          <p:nvSpPr>
            <p:cNvPr id="1689" name="Google Shape;1689;p27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90" name="Google Shape;1690;p27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91" name="Google Shape;1691;p27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pic>
        <p:nvPicPr>
          <p:cNvPr descr="Picture 7.png" id="1692" name="Google Shape;1692;p276"/>
          <p:cNvPicPr preferRelativeResize="0"/>
          <p:nvPr/>
        </p:nvPicPr>
        <p:blipFill rotWithShape="1">
          <a:blip r:embed="rId2">
            <a:alphaModFix/>
          </a:blip>
          <a:srcRect b="5334" l="1923" r="0" t="0"/>
          <a:stretch/>
        </p:blipFill>
        <p:spPr>
          <a:xfrm>
            <a:off x="6629402" y="0"/>
            <a:ext cx="2193925" cy="692150"/>
          </a:xfrm>
          <a:prstGeom prst="rect">
            <a:avLst/>
          </a:prstGeom>
          <a:noFill/>
          <a:ln>
            <a:noFill/>
          </a:ln>
        </p:spPr>
      </p:pic>
      <p:grpSp>
        <p:nvGrpSpPr>
          <p:cNvPr id="1693" name="Google Shape;1693;p276"/>
          <p:cNvGrpSpPr/>
          <p:nvPr/>
        </p:nvGrpSpPr>
        <p:grpSpPr>
          <a:xfrm>
            <a:off x="2133600" y="6553200"/>
            <a:ext cx="7010400" cy="46038"/>
            <a:chOff x="1905000" y="6553200"/>
            <a:chExt cx="7010400" cy="45719"/>
          </a:xfrm>
        </p:grpSpPr>
        <p:sp>
          <p:nvSpPr>
            <p:cNvPr id="1694" name="Google Shape;1694;p27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95" name="Google Shape;1695;p27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96" name="Google Shape;1696;p27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grpSp>
        <p:nvGrpSpPr>
          <p:cNvPr id="1697" name="Google Shape;1697;p276"/>
          <p:cNvGrpSpPr/>
          <p:nvPr/>
        </p:nvGrpSpPr>
        <p:grpSpPr>
          <a:xfrm>
            <a:off x="0" y="1295400"/>
            <a:ext cx="7010400" cy="46038"/>
            <a:chOff x="1905000" y="6553200"/>
            <a:chExt cx="7010400" cy="45719"/>
          </a:xfrm>
        </p:grpSpPr>
        <p:sp>
          <p:nvSpPr>
            <p:cNvPr id="1698" name="Google Shape;1698;p27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699" name="Google Shape;1699;p27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sp>
          <p:nvSpPr>
            <p:cNvPr id="1700" name="Google Shape;1700;p27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Tahoma"/>
                <a:buNone/>
              </a:pPr>
              <a:r>
                <a:t/>
              </a:r>
              <a:endParaRPr b="0" i="0" sz="900" u="none" cap="none" strike="noStrike">
                <a:solidFill>
                  <a:srgbClr val="FFFFFF"/>
                </a:solidFill>
                <a:latin typeface="Calibri"/>
                <a:ea typeface="Calibri"/>
                <a:cs typeface="Calibri"/>
                <a:sym typeface="Calibri"/>
              </a:endParaRPr>
            </a:p>
          </p:txBody>
        </p:sp>
      </p:grpSp>
      <p:sp>
        <p:nvSpPr>
          <p:cNvPr id="1701" name="Google Shape;1701;p276"/>
          <p:cNvSpPr txBox="1"/>
          <p:nvPr>
            <p:ph idx="1" type="body"/>
          </p:nvPr>
        </p:nvSpPr>
        <p:spPr>
          <a:xfrm>
            <a:off x="304800" y="1493841"/>
            <a:ext cx="8229600" cy="4525963"/>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360"/>
              </a:spcBef>
              <a:spcAft>
                <a:spcPts val="0"/>
              </a:spcAft>
              <a:buClr>
                <a:srgbClr val="101141"/>
              </a:buClr>
              <a:buSzPts val="1800"/>
              <a:buFont typeface="Arial"/>
              <a:buChar char="•"/>
              <a:defRPr sz="1800">
                <a:latin typeface="Cambria"/>
                <a:ea typeface="Cambria"/>
                <a:cs typeface="Cambria"/>
                <a:sym typeface="Cambria"/>
              </a:defRPr>
            </a:lvl1pPr>
            <a:lvl2pPr indent="-342900" lvl="1" marL="914400" marR="0" algn="l">
              <a:lnSpc>
                <a:spcPct val="100000"/>
              </a:lnSpc>
              <a:spcBef>
                <a:spcPts val="360"/>
              </a:spcBef>
              <a:spcAft>
                <a:spcPts val="0"/>
              </a:spcAft>
              <a:buClr>
                <a:schemeClr val="dk1"/>
              </a:buClr>
              <a:buSzPts val="1800"/>
              <a:buFont typeface="Arial"/>
              <a:buChar char="–"/>
              <a:defRPr sz="1800">
                <a:latin typeface="Cambria"/>
                <a:ea typeface="Cambria"/>
                <a:cs typeface="Cambria"/>
                <a:sym typeface="Cambria"/>
              </a:defRPr>
            </a:lvl2pPr>
            <a:lvl3pPr indent="-342900" lvl="2" marL="1371600" algn="l">
              <a:lnSpc>
                <a:spcPct val="100000"/>
              </a:lnSpc>
              <a:spcBef>
                <a:spcPts val="360"/>
              </a:spcBef>
              <a:spcAft>
                <a:spcPts val="0"/>
              </a:spcAft>
              <a:buClr>
                <a:schemeClr val="dk1"/>
              </a:buClr>
              <a:buSzPts val="1800"/>
              <a:buChar char="•"/>
              <a:defRPr sz="1800">
                <a:latin typeface="Cambria"/>
                <a:ea typeface="Cambria"/>
                <a:cs typeface="Cambria"/>
                <a:sym typeface="Cambria"/>
              </a:defRPr>
            </a:lvl3pPr>
            <a:lvl4pPr indent="-342900" lvl="3" marL="1828800" algn="l">
              <a:lnSpc>
                <a:spcPct val="100000"/>
              </a:lnSpc>
              <a:spcBef>
                <a:spcPts val="360"/>
              </a:spcBef>
              <a:spcAft>
                <a:spcPts val="0"/>
              </a:spcAft>
              <a:buClr>
                <a:schemeClr val="dk1"/>
              </a:buClr>
              <a:buSzPts val="1800"/>
              <a:buChar char="–"/>
              <a:defRPr sz="1800">
                <a:latin typeface="Cambria"/>
                <a:ea typeface="Cambria"/>
                <a:cs typeface="Cambria"/>
                <a:sym typeface="Cambria"/>
              </a:defRPr>
            </a:lvl4pPr>
            <a:lvl5pPr indent="-342900" lvl="4" marL="2286000" algn="l">
              <a:lnSpc>
                <a:spcPct val="100000"/>
              </a:lnSpc>
              <a:spcBef>
                <a:spcPts val="360"/>
              </a:spcBef>
              <a:spcAft>
                <a:spcPts val="0"/>
              </a:spcAft>
              <a:buClr>
                <a:schemeClr val="dk1"/>
              </a:buClr>
              <a:buSzPts val="1800"/>
              <a:buChar char="»"/>
              <a:defRPr sz="1800">
                <a:latin typeface="Cambria"/>
                <a:ea typeface="Cambria"/>
                <a:cs typeface="Cambria"/>
                <a:sym typeface="Cambri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02" name="Google Shape;1702;p27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75000"/>
              </a:lnSpc>
              <a:spcBef>
                <a:spcPts val="0"/>
              </a:spcBef>
              <a:spcAft>
                <a:spcPts val="0"/>
              </a:spcAft>
              <a:buClr>
                <a:schemeClr val="dk1"/>
              </a:buClr>
              <a:buSzPts val="2700"/>
              <a:buNone/>
              <a:defRPr b="1" sz="2700">
                <a:latin typeface="Cambria"/>
                <a:ea typeface="Cambria"/>
                <a:cs typeface="Cambria"/>
                <a:sym typeface="Cambri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715" name="Shape 1715"/>
        <p:cNvGrpSpPr/>
        <p:nvPr/>
      </p:nvGrpSpPr>
      <p:grpSpPr>
        <a:xfrm>
          <a:off x="0" y="0"/>
          <a:ext cx="0" cy="0"/>
          <a:chOff x="0" y="0"/>
          <a:chExt cx="0" cy="0"/>
        </a:xfrm>
      </p:grpSpPr>
      <p:sp>
        <p:nvSpPr>
          <p:cNvPr id="1716" name="Google Shape;1716;p8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717" name="Google Shape;1717;p81"/>
          <p:cNvGrpSpPr/>
          <p:nvPr/>
        </p:nvGrpSpPr>
        <p:grpSpPr>
          <a:xfrm>
            <a:off x="2084388" y="6550025"/>
            <a:ext cx="7059612" cy="49213"/>
            <a:chOff x="2083888" y="6550671"/>
            <a:chExt cx="7060112" cy="48665"/>
          </a:xfrm>
        </p:grpSpPr>
        <p:sp>
          <p:nvSpPr>
            <p:cNvPr id="1718" name="Google Shape;1718;p8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19" name="Google Shape;1719;p8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0" name="Google Shape;1720;p8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721" name="Google Shape;1721;p8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722" name="Google Shape;1722;p81"/>
          <p:cNvGrpSpPr/>
          <p:nvPr/>
        </p:nvGrpSpPr>
        <p:grpSpPr>
          <a:xfrm>
            <a:off x="2133600" y="6553200"/>
            <a:ext cx="7010400" cy="46038"/>
            <a:chOff x="1905000" y="6553200"/>
            <a:chExt cx="7010400" cy="45719"/>
          </a:xfrm>
        </p:grpSpPr>
        <p:sp>
          <p:nvSpPr>
            <p:cNvPr id="1723" name="Google Shape;1723;p8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4" name="Google Shape;1724;p8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5" name="Google Shape;1725;p8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726" name="Google Shape;1726;p81"/>
          <p:cNvGrpSpPr/>
          <p:nvPr/>
        </p:nvGrpSpPr>
        <p:grpSpPr>
          <a:xfrm>
            <a:off x="0" y="1295400"/>
            <a:ext cx="7010400" cy="46038"/>
            <a:chOff x="1905000" y="6553200"/>
            <a:chExt cx="7010400" cy="45719"/>
          </a:xfrm>
        </p:grpSpPr>
        <p:sp>
          <p:nvSpPr>
            <p:cNvPr id="1727" name="Google Shape;1727;p8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8" name="Google Shape;1728;p8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9" name="Google Shape;1729;p8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730" name="Google Shape;1730;p81"/>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31" name="Google Shape;1731;p8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1732" name="Shape 1732"/>
        <p:cNvGrpSpPr/>
        <p:nvPr/>
      </p:nvGrpSpPr>
      <p:grpSpPr>
        <a:xfrm>
          <a:off x="0" y="0"/>
          <a:ext cx="0" cy="0"/>
          <a:chOff x="0" y="0"/>
          <a:chExt cx="0" cy="0"/>
        </a:xfrm>
      </p:grpSpPr>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1733" name="Shape 1733"/>
        <p:cNvGrpSpPr/>
        <p:nvPr/>
      </p:nvGrpSpPr>
      <p:grpSpPr>
        <a:xfrm>
          <a:off x="0" y="0"/>
          <a:ext cx="0" cy="0"/>
          <a:chOff x="0" y="0"/>
          <a:chExt cx="0" cy="0"/>
        </a:xfrm>
      </p:grpSpPr>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1734" name="Shape 1734"/>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1735" name="Shape 1735"/>
        <p:cNvGrpSpPr/>
        <p:nvPr/>
      </p:nvGrpSpPr>
      <p:grpSpPr>
        <a:xfrm>
          <a:off x="0" y="0"/>
          <a:ext cx="0" cy="0"/>
          <a:chOff x="0" y="0"/>
          <a:chExt cx="0" cy="0"/>
        </a:xfrm>
      </p:grpSpPr>
      <p:sp>
        <p:nvSpPr>
          <p:cNvPr id="1736" name="Google Shape;1736;p91"/>
          <p:cNvSpPr txBox="1"/>
          <p:nvPr/>
        </p:nvSpPr>
        <p:spPr>
          <a:xfrm>
            <a:off x="8153400" y="6550026"/>
            <a:ext cx="9906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1737" name="Google Shape;1737;p91"/>
          <p:cNvGrpSpPr/>
          <p:nvPr/>
        </p:nvGrpSpPr>
        <p:grpSpPr>
          <a:xfrm>
            <a:off x="2084388" y="6550027"/>
            <a:ext cx="7059612" cy="49213"/>
            <a:chOff x="2083888" y="6550671"/>
            <a:chExt cx="7060112" cy="48665"/>
          </a:xfrm>
        </p:grpSpPr>
        <p:sp>
          <p:nvSpPr>
            <p:cNvPr id="1738" name="Google Shape;1738;p9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739" name="Google Shape;1739;p9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740" name="Google Shape;1740;p9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741" name="Google Shape;1741;p9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742" name="Google Shape;1742;p91"/>
          <p:cNvGrpSpPr/>
          <p:nvPr/>
        </p:nvGrpSpPr>
        <p:grpSpPr>
          <a:xfrm>
            <a:off x="2133600" y="6553200"/>
            <a:ext cx="7010400" cy="46038"/>
            <a:chOff x="1905000" y="6553200"/>
            <a:chExt cx="7010400" cy="45719"/>
          </a:xfrm>
        </p:grpSpPr>
        <p:sp>
          <p:nvSpPr>
            <p:cNvPr id="1743" name="Google Shape;1743;p9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744" name="Google Shape;1744;p9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745" name="Google Shape;1745;p9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746" name="Google Shape;1746;p91"/>
          <p:cNvGrpSpPr/>
          <p:nvPr/>
        </p:nvGrpSpPr>
        <p:grpSpPr>
          <a:xfrm>
            <a:off x="0" y="1295400"/>
            <a:ext cx="7010400" cy="46038"/>
            <a:chOff x="1905000" y="6553200"/>
            <a:chExt cx="7010400" cy="45719"/>
          </a:xfrm>
        </p:grpSpPr>
        <p:sp>
          <p:nvSpPr>
            <p:cNvPr id="1747" name="Google Shape;1747;p9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748" name="Google Shape;1748;p9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749" name="Google Shape;1749;p9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50" name="Shape 1750"/>
        <p:cNvGrpSpPr/>
        <p:nvPr/>
      </p:nvGrpSpPr>
      <p:grpSpPr>
        <a:xfrm>
          <a:off x="0" y="0"/>
          <a:ext cx="0" cy="0"/>
          <a:chOff x="0" y="0"/>
          <a:chExt cx="0" cy="0"/>
        </a:xfrm>
      </p:grpSpPr>
      <p:sp>
        <p:nvSpPr>
          <p:cNvPr id="1751" name="Google Shape;1751;p9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52" name="Google Shape;1752;p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53" name="Google Shape;1753;p92"/>
          <p:cNvSpPr txBox="1"/>
          <p:nvPr>
            <p:ph idx="11" type="ftr"/>
          </p:nvPr>
        </p:nvSpPr>
        <p:spPr>
          <a:xfrm>
            <a:off x="2195513" y="6237288"/>
            <a:ext cx="4392612"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54" name="Google Shape;1754;p92"/>
          <p:cNvSpPr txBox="1"/>
          <p:nvPr>
            <p:ph idx="12" type="sldNum"/>
          </p:nvPr>
        </p:nvSpPr>
        <p:spPr>
          <a:xfrm>
            <a:off x="8532813" y="6237288"/>
            <a:ext cx="611187" cy="29368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55" name="Shape 1755"/>
        <p:cNvGrpSpPr/>
        <p:nvPr/>
      </p:nvGrpSpPr>
      <p:grpSpPr>
        <a:xfrm>
          <a:off x="0" y="0"/>
          <a:ext cx="0" cy="0"/>
          <a:chOff x="0" y="0"/>
          <a:chExt cx="0" cy="0"/>
        </a:xfrm>
      </p:grpSpPr>
      <p:sp>
        <p:nvSpPr>
          <p:cNvPr id="1756" name="Google Shape;1756;p201"/>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57" name="Google Shape;1757;p20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758" name="Google Shape;1758;p20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59" name="Google Shape;1759;p20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60" name="Google Shape;1760;p20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61" name="Shape 1761"/>
        <p:cNvGrpSpPr/>
        <p:nvPr/>
      </p:nvGrpSpPr>
      <p:grpSpPr>
        <a:xfrm>
          <a:off x="0" y="0"/>
          <a:ext cx="0" cy="0"/>
          <a:chOff x="0" y="0"/>
          <a:chExt cx="0" cy="0"/>
        </a:xfrm>
      </p:grpSpPr>
      <p:sp>
        <p:nvSpPr>
          <p:cNvPr id="1762" name="Google Shape;1762;p20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63" name="Google Shape;1763;p20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764" name="Google Shape;1764;p20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65" name="Google Shape;1765;p20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66" name="Google Shape;1766;p20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67" name="Shape 1767"/>
        <p:cNvGrpSpPr/>
        <p:nvPr/>
      </p:nvGrpSpPr>
      <p:grpSpPr>
        <a:xfrm>
          <a:off x="0" y="0"/>
          <a:ext cx="0" cy="0"/>
          <a:chOff x="0" y="0"/>
          <a:chExt cx="0" cy="0"/>
        </a:xfrm>
      </p:grpSpPr>
      <p:sp>
        <p:nvSpPr>
          <p:cNvPr id="1768" name="Google Shape;1768;p20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69" name="Google Shape;1769;p20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770" name="Google Shape;1770;p20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771" name="Google Shape;1771;p20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72" name="Google Shape;1772;p20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73" name="Google Shape;1773;p20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74" name="Shape 1774"/>
        <p:cNvGrpSpPr/>
        <p:nvPr/>
      </p:nvGrpSpPr>
      <p:grpSpPr>
        <a:xfrm>
          <a:off x="0" y="0"/>
          <a:ext cx="0" cy="0"/>
          <a:chOff x="0" y="0"/>
          <a:chExt cx="0" cy="0"/>
        </a:xfrm>
      </p:grpSpPr>
      <p:sp>
        <p:nvSpPr>
          <p:cNvPr id="1775" name="Google Shape;1775;p20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76" name="Google Shape;1776;p20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777" name="Google Shape;1777;p20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778" name="Google Shape;1778;p20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779" name="Google Shape;1779;p20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780" name="Google Shape;1780;p20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81" name="Google Shape;1781;p20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82" name="Google Shape;1782;p20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3" name="Shape 1783"/>
        <p:cNvGrpSpPr/>
        <p:nvPr/>
      </p:nvGrpSpPr>
      <p:grpSpPr>
        <a:xfrm>
          <a:off x="0" y="0"/>
          <a:ext cx="0" cy="0"/>
          <a:chOff x="0" y="0"/>
          <a:chExt cx="0" cy="0"/>
        </a:xfrm>
      </p:grpSpPr>
      <p:sp>
        <p:nvSpPr>
          <p:cNvPr id="1784" name="Google Shape;1784;p20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85" name="Google Shape;1785;p20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86" name="Google Shape;1786;p20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87" name="Google Shape;1787;p20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8" name="Shape 1788"/>
        <p:cNvGrpSpPr/>
        <p:nvPr/>
      </p:nvGrpSpPr>
      <p:grpSpPr>
        <a:xfrm>
          <a:off x="0" y="0"/>
          <a:ext cx="0" cy="0"/>
          <a:chOff x="0" y="0"/>
          <a:chExt cx="0" cy="0"/>
        </a:xfrm>
      </p:grpSpPr>
      <p:sp>
        <p:nvSpPr>
          <p:cNvPr id="1789" name="Google Shape;1789;p20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90" name="Google Shape;1790;p20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91" name="Google Shape;1791;p20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92" name="Shape 1792"/>
        <p:cNvGrpSpPr/>
        <p:nvPr/>
      </p:nvGrpSpPr>
      <p:grpSpPr>
        <a:xfrm>
          <a:off x="0" y="0"/>
          <a:ext cx="0" cy="0"/>
          <a:chOff x="0" y="0"/>
          <a:chExt cx="0" cy="0"/>
        </a:xfrm>
      </p:grpSpPr>
      <p:sp>
        <p:nvSpPr>
          <p:cNvPr id="1793" name="Google Shape;1793;p20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794" name="Google Shape;1794;p20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795" name="Google Shape;1795;p20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796" name="Google Shape;1796;p20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97" name="Google Shape;1797;p20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798" name="Google Shape;1798;p20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99" name="Shape 1799"/>
        <p:cNvGrpSpPr/>
        <p:nvPr/>
      </p:nvGrpSpPr>
      <p:grpSpPr>
        <a:xfrm>
          <a:off x="0" y="0"/>
          <a:ext cx="0" cy="0"/>
          <a:chOff x="0" y="0"/>
          <a:chExt cx="0" cy="0"/>
        </a:xfrm>
      </p:grpSpPr>
      <p:sp>
        <p:nvSpPr>
          <p:cNvPr id="1800" name="Google Shape;1800;p20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01" name="Google Shape;1801;p208"/>
          <p:cNvSpPr/>
          <p:nvPr>
            <p:ph idx="2" type="pic"/>
          </p:nvPr>
        </p:nvSpPr>
        <p:spPr>
          <a:xfrm>
            <a:off x="1792288" y="612775"/>
            <a:ext cx="5486400" cy="4114800"/>
          </a:xfrm>
          <a:prstGeom prst="rect">
            <a:avLst/>
          </a:prstGeom>
          <a:noFill/>
          <a:ln>
            <a:noFill/>
          </a:ln>
        </p:spPr>
      </p:sp>
      <p:sp>
        <p:nvSpPr>
          <p:cNvPr id="1802" name="Google Shape;1802;p20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803" name="Google Shape;1803;p20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04" name="Google Shape;1804;p20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05" name="Google Shape;1805;p20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06" name="Shape 1806"/>
        <p:cNvGrpSpPr/>
        <p:nvPr/>
      </p:nvGrpSpPr>
      <p:grpSpPr>
        <a:xfrm>
          <a:off x="0" y="0"/>
          <a:ext cx="0" cy="0"/>
          <a:chOff x="0" y="0"/>
          <a:chExt cx="0" cy="0"/>
        </a:xfrm>
      </p:grpSpPr>
      <p:sp>
        <p:nvSpPr>
          <p:cNvPr id="1807" name="Google Shape;1807;p20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08" name="Google Shape;1808;p20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09" name="Google Shape;1809;p20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10" name="Google Shape;1810;p20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11" name="Google Shape;1811;p20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12" name="Shape 1812"/>
        <p:cNvGrpSpPr/>
        <p:nvPr/>
      </p:nvGrpSpPr>
      <p:grpSpPr>
        <a:xfrm>
          <a:off x="0" y="0"/>
          <a:ext cx="0" cy="0"/>
          <a:chOff x="0" y="0"/>
          <a:chExt cx="0" cy="0"/>
        </a:xfrm>
      </p:grpSpPr>
      <p:sp>
        <p:nvSpPr>
          <p:cNvPr id="1813" name="Google Shape;1813;p210"/>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14" name="Google Shape;1814;p21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15" name="Google Shape;1815;p21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16" name="Google Shape;1816;p21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17" name="Google Shape;1817;p21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30" name="Shape 1830"/>
        <p:cNvGrpSpPr/>
        <p:nvPr/>
      </p:nvGrpSpPr>
      <p:grpSpPr>
        <a:xfrm>
          <a:off x="0" y="0"/>
          <a:ext cx="0" cy="0"/>
          <a:chOff x="0" y="0"/>
          <a:chExt cx="0" cy="0"/>
        </a:xfrm>
      </p:grpSpPr>
      <p:sp>
        <p:nvSpPr>
          <p:cNvPr id="1831" name="Google Shape;1831;p8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32" name="Google Shape;1832;p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33" name="Google Shape;1833;p87"/>
          <p:cNvSpPr txBox="1"/>
          <p:nvPr>
            <p:ph idx="11" type="ftr"/>
          </p:nvPr>
        </p:nvSpPr>
        <p:spPr>
          <a:xfrm>
            <a:off x="2195513" y="6237288"/>
            <a:ext cx="4392612"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34" name="Google Shape;1834;p87"/>
          <p:cNvSpPr txBox="1"/>
          <p:nvPr>
            <p:ph idx="12" type="sldNum"/>
          </p:nvPr>
        </p:nvSpPr>
        <p:spPr>
          <a:xfrm>
            <a:off x="8532813" y="6237288"/>
            <a:ext cx="611187" cy="29368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1835" name="Shape 1835"/>
        <p:cNvGrpSpPr/>
        <p:nvPr/>
      </p:nvGrpSpPr>
      <p:grpSpPr>
        <a:xfrm>
          <a:off x="0" y="0"/>
          <a:ext cx="0" cy="0"/>
          <a:chOff x="0" y="0"/>
          <a:chExt cx="0" cy="0"/>
        </a:xfrm>
      </p:grpSpPr>
      <p:sp>
        <p:nvSpPr>
          <p:cNvPr id="1836" name="Google Shape;1836;p88"/>
          <p:cNvSpPr txBox="1"/>
          <p:nvPr/>
        </p:nvSpPr>
        <p:spPr>
          <a:xfrm>
            <a:off x="8153400" y="6550026"/>
            <a:ext cx="9906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1837" name="Google Shape;1837;p88"/>
          <p:cNvGrpSpPr/>
          <p:nvPr/>
        </p:nvGrpSpPr>
        <p:grpSpPr>
          <a:xfrm>
            <a:off x="2084388" y="6550027"/>
            <a:ext cx="7059612" cy="49213"/>
            <a:chOff x="2083888" y="6550671"/>
            <a:chExt cx="7060112" cy="48665"/>
          </a:xfrm>
        </p:grpSpPr>
        <p:sp>
          <p:nvSpPr>
            <p:cNvPr id="1838" name="Google Shape;1838;p8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839" name="Google Shape;1839;p8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840" name="Google Shape;1840;p8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841" name="Google Shape;1841;p88"/>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842" name="Google Shape;1842;p88"/>
          <p:cNvGrpSpPr/>
          <p:nvPr/>
        </p:nvGrpSpPr>
        <p:grpSpPr>
          <a:xfrm>
            <a:off x="2133600" y="6553200"/>
            <a:ext cx="7010400" cy="46038"/>
            <a:chOff x="1905000" y="6553200"/>
            <a:chExt cx="7010400" cy="45719"/>
          </a:xfrm>
        </p:grpSpPr>
        <p:sp>
          <p:nvSpPr>
            <p:cNvPr id="1843" name="Google Shape;1843;p8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844" name="Google Shape;1844;p8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845" name="Google Shape;1845;p8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846" name="Google Shape;1846;p88"/>
          <p:cNvGrpSpPr/>
          <p:nvPr/>
        </p:nvGrpSpPr>
        <p:grpSpPr>
          <a:xfrm>
            <a:off x="0" y="1295400"/>
            <a:ext cx="7010400" cy="46038"/>
            <a:chOff x="1905000" y="6553200"/>
            <a:chExt cx="7010400" cy="45719"/>
          </a:xfrm>
        </p:grpSpPr>
        <p:sp>
          <p:nvSpPr>
            <p:cNvPr id="1847" name="Google Shape;1847;p8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848" name="Google Shape;1848;p8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849" name="Google Shape;1849;p8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50" name="Shape 1850"/>
        <p:cNvGrpSpPr/>
        <p:nvPr/>
      </p:nvGrpSpPr>
      <p:grpSpPr>
        <a:xfrm>
          <a:off x="0" y="0"/>
          <a:ext cx="0" cy="0"/>
          <a:chOff x="0" y="0"/>
          <a:chExt cx="0" cy="0"/>
        </a:xfrm>
      </p:grpSpPr>
      <p:sp>
        <p:nvSpPr>
          <p:cNvPr id="1851" name="Google Shape;1851;p277"/>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52" name="Google Shape;1852;p27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53" name="Google Shape;1853;p27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54" name="Google Shape;1854;p27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55" name="Google Shape;1855;p27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56" name="Shape 1856"/>
        <p:cNvGrpSpPr/>
        <p:nvPr/>
      </p:nvGrpSpPr>
      <p:grpSpPr>
        <a:xfrm>
          <a:off x="0" y="0"/>
          <a:ext cx="0" cy="0"/>
          <a:chOff x="0" y="0"/>
          <a:chExt cx="0" cy="0"/>
        </a:xfrm>
      </p:grpSpPr>
      <p:sp>
        <p:nvSpPr>
          <p:cNvPr id="1857" name="Google Shape;1857;p27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58" name="Google Shape;1858;p27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859" name="Google Shape;1859;p27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60" name="Google Shape;1860;p27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61" name="Google Shape;1861;p27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62" name="Shape 1862"/>
        <p:cNvGrpSpPr/>
        <p:nvPr/>
      </p:nvGrpSpPr>
      <p:grpSpPr>
        <a:xfrm>
          <a:off x="0" y="0"/>
          <a:ext cx="0" cy="0"/>
          <a:chOff x="0" y="0"/>
          <a:chExt cx="0" cy="0"/>
        </a:xfrm>
      </p:grpSpPr>
      <p:sp>
        <p:nvSpPr>
          <p:cNvPr id="1863" name="Google Shape;1863;p27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64" name="Google Shape;1864;p27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865" name="Google Shape;1865;p27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866" name="Google Shape;1866;p27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67" name="Google Shape;1867;p27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68" name="Google Shape;1868;p27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69" name="Shape 1869"/>
        <p:cNvGrpSpPr/>
        <p:nvPr/>
      </p:nvGrpSpPr>
      <p:grpSpPr>
        <a:xfrm>
          <a:off x="0" y="0"/>
          <a:ext cx="0" cy="0"/>
          <a:chOff x="0" y="0"/>
          <a:chExt cx="0" cy="0"/>
        </a:xfrm>
      </p:grpSpPr>
      <p:sp>
        <p:nvSpPr>
          <p:cNvPr id="1870" name="Google Shape;1870;p28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71" name="Google Shape;1871;p28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872" name="Google Shape;1872;p28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873" name="Google Shape;1873;p28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874" name="Google Shape;1874;p28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875" name="Google Shape;1875;p28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76" name="Google Shape;1876;p28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77" name="Google Shape;1877;p28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8" name="Shape 1878"/>
        <p:cNvGrpSpPr/>
        <p:nvPr/>
      </p:nvGrpSpPr>
      <p:grpSpPr>
        <a:xfrm>
          <a:off x="0" y="0"/>
          <a:ext cx="0" cy="0"/>
          <a:chOff x="0" y="0"/>
          <a:chExt cx="0" cy="0"/>
        </a:xfrm>
      </p:grpSpPr>
      <p:sp>
        <p:nvSpPr>
          <p:cNvPr id="1879" name="Google Shape;1879;p28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80" name="Google Shape;1880;p28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81" name="Google Shape;1881;p28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82" name="Google Shape;1882;p28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83" name="Shape 1883"/>
        <p:cNvGrpSpPr/>
        <p:nvPr/>
      </p:nvGrpSpPr>
      <p:grpSpPr>
        <a:xfrm>
          <a:off x="0" y="0"/>
          <a:ext cx="0" cy="0"/>
          <a:chOff x="0" y="0"/>
          <a:chExt cx="0" cy="0"/>
        </a:xfrm>
      </p:grpSpPr>
      <p:sp>
        <p:nvSpPr>
          <p:cNvPr id="1884" name="Google Shape;1884;p28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85" name="Google Shape;1885;p28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86" name="Google Shape;1886;p28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87" name="Shape 1887"/>
        <p:cNvGrpSpPr/>
        <p:nvPr/>
      </p:nvGrpSpPr>
      <p:grpSpPr>
        <a:xfrm>
          <a:off x="0" y="0"/>
          <a:ext cx="0" cy="0"/>
          <a:chOff x="0" y="0"/>
          <a:chExt cx="0" cy="0"/>
        </a:xfrm>
      </p:grpSpPr>
      <p:sp>
        <p:nvSpPr>
          <p:cNvPr id="1888" name="Google Shape;1888;p28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89" name="Google Shape;1889;p28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890" name="Google Shape;1890;p28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891" name="Google Shape;1891;p28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92" name="Google Shape;1892;p28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93" name="Google Shape;1893;p28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94" name="Shape 1894"/>
        <p:cNvGrpSpPr/>
        <p:nvPr/>
      </p:nvGrpSpPr>
      <p:grpSpPr>
        <a:xfrm>
          <a:off x="0" y="0"/>
          <a:ext cx="0" cy="0"/>
          <a:chOff x="0" y="0"/>
          <a:chExt cx="0" cy="0"/>
        </a:xfrm>
      </p:grpSpPr>
      <p:sp>
        <p:nvSpPr>
          <p:cNvPr id="1895" name="Google Shape;1895;p28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896" name="Google Shape;1896;p284"/>
          <p:cNvSpPr/>
          <p:nvPr>
            <p:ph idx="2" type="pic"/>
          </p:nvPr>
        </p:nvSpPr>
        <p:spPr>
          <a:xfrm>
            <a:off x="1792288" y="612775"/>
            <a:ext cx="5486400" cy="4114800"/>
          </a:xfrm>
          <a:prstGeom prst="rect">
            <a:avLst/>
          </a:prstGeom>
          <a:noFill/>
          <a:ln>
            <a:noFill/>
          </a:ln>
        </p:spPr>
      </p:sp>
      <p:sp>
        <p:nvSpPr>
          <p:cNvPr id="1897" name="Google Shape;1897;p28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898" name="Google Shape;1898;p28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899" name="Google Shape;1899;p28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00" name="Google Shape;1900;p28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01" name="Shape 1901"/>
        <p:cNvGrpSpPr/>
        <p:nvPr/>
      </p:nvGrpSpPr>
      <p:grpSpPr>
        <a:xfrm>
          <a:off x="0" y="0"/>
          <a:ext cx="0" cy="0"/>
          <a:chOff x="0" y="0"/>
          <a:chExt cx="0" cy="0"/>
        </a:xfrm>
      </p:grpSpPr>
      <p:sp>
        <p:nvSpPr>
          <p:cNvPr id="1902" name="Google Shape;1902;p28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03" name="Google Shape;1903;p28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04" name="Google Shape;1904;p28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05" name="Google Shape;1905;p28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06" name="Google Shape;1906;p28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07" name="Shape 1907"/>
        <p:cNvGrpSpPr/>
        <p:nvPr/>
      </p:nvGrpSpPr>
      <p:grpSpPr>
        <a:xfrm>
          <a:off x="0" y="0"/>
          <a:ext cx="0" cy="0"/>
          <a:chOff x="0" y="0"/>
          <a:chExt cx="0" cy="0"/>
        </a:xfrm>
      </p:grpSpPr>
      <p:sp>
        <p:nvSpPr>
          <p:cNvPr id="1908" name="Google Shape;1908;p286"/>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09" name="Google Shape;1909;p28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10" name="Google Shape;1910;p28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11" name="Google Shape;1911;p28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12" name="Google Shape;1912;p28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913" name="Shape 1913"/>
        <p:cNvGrpSpPr/>
        <p:nvPr/>
      </p:nvGrpSpPr>
      <p:grpSpPr>
        <a:xfrm>
          <a:off x="0" y="0"/>
          <a:ext cx="0" cy="0"/>
          <a:chOff x="0" y="0"/>
          <a:chExt cx="0" cy="0"/>
        </a:xfrm>
      </p:grpSpPr>
      <p:sp>
        <p:nvSpPr>
          <p:cNvPr id="1914" name="Google Shape;1914;p28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915" name="Google Shape;1915;p287"/>
          <p:cNvGrpSpPr/>
          <p:nvPr/>
        </p:nvGrpSpPr>
        <p:grpSpPr>
          <a:xfrm>
            <a:off x="2084388" y="6550025"/>
            <a:ext cx="7059612" cy="49213"/>
            <a:chOff x="2083888" y="6550671"/>
            <a:chExt cx="7060112" cy="48665"/>
          </a:xfrm>
        </p:grpSpPr>
        <p:sp>
          <p:nvSpPr>
            <p:cNvPr id="1916" name="Google Shape;1916;p28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17" name="Google Shape;1917;p28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18" name="Google Shape;1918;p28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919" name="Google Shape;1919;p28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920" name="Google Shape;1920;p287"/>
          <p:cNvGrpSpPr/>
          <p:nvPr/>
        </p:nvGrpSpPr>
        <p:grpSpPr>
          <a:xfrm>
            <a:off x="2133600" y="6553200"/>
            <a:ext cx="7010400" cy="46038"/>
            <a:chOff x="1905000" y="6553200"/>
            <a:chExt cx="7010400" cy="45719"/>
          </a:xfrm>
        </p:grpSpPr>
        <p:sp>
          <p:nvSpPr>
            <p:cNvPr id="1921" name="Google Shape;1921;p28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22" name="Google Shape;1922;p28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23" name="Google Shape;1923;p28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924" name="Google Shape;1924;p287"/>
          <p:cNvGrpSpPr/>
          <p:nvPr/>
        </p:nvGrpSpPr>
        <p:grpSpPr>
          <a:xfrm>
            <a:off x="0" y="1295400"/>
            <a:ext cx="7010400" cy="46038"/>
            <a:chOff x="1905000" y="6553200"/>
            <a:chExt cx="7010400" cy="45719"/>
          </a:xfrm>
        </p:grpSpPr>
        <p:sp>
          <p:nvSpPr>
            <p:cNvPr id="1925" name="Google Shape;1925;p28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26" name="Google Shape;1926;p28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27" name="Google Shape;1927;p28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928" name="Google Shape;1928;p28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29" name="Google Shape;1929;p28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1930" name="Shape 1930"/>
        <p:cNvGrpSpPr/>
        <p:nvPr/>
      </p:nvGrpSpPr>
      <p:grpSpPr>
        <a:xfrm>
          <a:off x="0" y="0"/>
          <a:ext cx="0" cy="0"/>
          <a:chOff x="0" y="0"/>
          <a:chExt cx="0" cy="0"/>
        </a:xfrm>
      </p:grpSpPr>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1931" name="Shape 1931"/>
        <p:cNvGrpSpPr/>
        <p:nvPr/>
      </p:nvGrpSpPr>
      <p:grpSpPr>
        <a:xfrm>
          <a:off x="0" y="0"/>
          <a:ext cx="0" cy="0"/>
          <a:chOff x="0" y="0"/>
          <a:chExt cx="0" cy="0"/>
        </a:xfrm>
      </p:grpSpPr>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1932" name="Shape 1932"/>
        <p:cNvGrpSpPr/>
        <p:nvPr/>
      </p:nvGrpSpPr>
      <p:grpSpPr>
        <a:xfrm>
          <a:off x="0" y="0"/>
          <a:ext cx="0" cy="0"/>
          <a:chOff x="0" y="0"/>
          <a:chExt cx="0" cy="0"/>
        </a:xfrm>
      </p:grpSpPr>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45" name="Shape 1945"/>
        <p:cNvGrpSpPr/>
        <p:nvPr/>
      </p:nvGrpSpPr>
      <p:grpSpPr>
        <a:xfrm>
          <a:off x="0" y="0"/>
          <a:ext cx="0" cy="0"/>
          <a:chOff x="0" y="0"/>
          <a:chExt cx="0" cy="0"/>
        </a:xfrm>
      </p:grpSpPr>
      <p:sp>
        <p:nvSpPr>
          <p:cNvPr id="1946" name="Google Shape;1946;p90"/>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47" name="Google Shape;1947;p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48" name="Google Shape;1948;p90"/>
          <p:cNvSpPr txBox="1"/>
          <p:nvPr>
            <p:ph idx="11" type="ftr"/>
          </p:nvPr>
        </p:nvSpPr>
        <p:spPr>
          <a:xfrm>
            <a:off x="2195513" y="6237288"/>
            <a:ext cx="4392612"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49" name="Google Shape;1949;p90"/>
          <p:cNvSpPr txBox="1"/>
          <p:nvPr>
            <p:ph idx="12" type="sldNum"/>
          </p:nvPr>
        </p:nvSpPr>
        <p:spPr>
          <a:xfrm>
            <a:off x="8532813" y="6237288"/>
            <a:ext cx="611187" cy="29368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50" name="Shape 1950"/>
        <p:cNvGrpSpPr/>
        <p:nvPr/>
      </p:nvGrpSpPr>
      <p:grpSpPr>
        <a:xfrm>
          <a:off x="0" y="0"/>
          <a:ext cx="0" cy="0"/>
          <a:chOff x="0" y="0"/>
          <a:chExt cx="0" cy="0"/>
        </a:xfrm>
      </p:grpSpPr>
      <p:sp>
        <p:nvSpPr>
          <p:cNvPr id="1951" name="Google Shape;1951;p291"/>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52" name="Google Shape;1952;p29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53" name="Google Shape;1953;p29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54" name="Google Shape;1954;p29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55" name="Google Shape;1955;p29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6" name="Shape 1956"/>
        <p:cNvGrpSpPr/>
        <p:nvPr/>
      </p:nvGrpSpPr>
      <p:grpSpPr>
        <a:xfrm>
          <a:off x="0" y="0"/>
          <a:ext cx="0" cy="0"/>
          <a:chOff x="0" y="0"/>
          <a:chExt cx="0" cy="0"/>
        </a:xfrm>
      </p:grpSpPr>
      <p:sp>
        <p:nvSpPr>
          <p:cNvPr id="1957" name="Google Shape;1957;p29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58" name="Google Shape;1958;p29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959" name="Google Shape;1959;p29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60" name="Google Shape;1960;p29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61" name="Google Shape;1961;p29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62" name="Shape 1962"/>
        <p:cNvGrpSpPr/>
        <p:nvPr/>
      </p:nvGrpSpPr>
      <p:grpSpPr>
        <a:xfrm>
          <a:off x="0" y="0"/>
          <a:ext cx="0" cy="0"/>
          <a:chOff x="0" y="0"/>
          <a:chExt cx="0" cy="0"/>
        </a:xfrm>
      </p:grpSpPr>
      <p:sp>
        <p:nvSpPr>
          <p:cNvPr id="1963" name="Google Shape;1963;p29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64" name="Google Shape;1964;p29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965" name="Google Shape;1965;p29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966" name="Google Shape;1966;p29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67" name="Google Shape;1967;p29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68" name="Google Shape;1968;p29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69" name="Shape 1969"/>
        <p:cNvGrpSpPr/>
        <p:nvPr/>
      </p:nvGrpSpPr>
      <p:grpSpPr>
        <a:xfrm>
          <a:off x="0" y="0"/>
          <a:ext cx="0" cy="0"/>
          <a:chOff x="0" y="0"/>
          <a:chExt cx="0" cy="0"/>
        </a:xfrm>
      </p:grpSpPr>
      <p:sp>
        <p:nvSpPr>
          <p:cNvPr id="1970" name="Google Shape;1970;p29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71" name="Google Shape;1971;p29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972" name="Google Shape;1972;p29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973" name="Google Shape;1973;p29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974" name="Google Shape;1974;p29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975" name="Google Shape;1975;p29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76" name="Google Shape;1976;p29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77" name="Google Shape;1977;p29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78" name="Shape 1978"/>
        <p:cNvGrpSpPr/>
        <p:nvPr/>
      </p:nvGrpSpPr>
      <p:grpSpPr>
        <a:xfrm>
          <a:off x="0" y="0"/>
          <a:ext cx="0" cy="0"/>
          <a:chOff x="0" y="0"/>
          <a:chExt cx="0" cy="0"/>
        </a:xfrm>
      </p:grpSpPr>
      <p:sp>
        <p:nvSpPr>
          <p:cNvPr id="1979" name="Google Shape;1979;p29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80" name="Google Shape;1980;p29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81" name="Google Shape;1981;p29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82" name="Google Shape;1982;p29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83" name="Shape 1983"/>
        <p:cNvGrpSpPr/>
        <p:nvPr/>
      </p:nvGrpSpPr>
      <p:grpSpPr>
        <a:xfrm>
          <a:off x="0" y="0"/>
          <a:ext cx="0" cy="0"/>
          <a:chOff x="0" y="0"/>
          <a:chExt cx="0" cy="0"/>
        </a:xfrm>
      </p:grpSpPr>
      <p:sp>
        <p:nvSpPr>
          <p:cNvPr id="1984" name="Google Shape;1984;p29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85" name="Google Shape;1985;p29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86" name="Google Shape;1986;p29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87" name="Shape 1987"/>
        <p:cNvGrpSpPr/>
        <p:nvPr/>
      </p:nvGrpSpPr>
      <p:grpSpPr>
        <a:xfrm>
          <a:off x="0" y="0"/>
          <a:ext cx="0" cy="0"/>
          <a:chOff x="0" y="0"/>
          <a:chExt cx="0" cy="0"/>
        </a:xfrm>
      </p:grpSpPr>
      <p:sp>
        <p:nvSpPr>
          <p:cNvPr id="1988" name="Google Shape;1988;p29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89" name="Google Shape;1989;p29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990" name="Google Shape;1990;p29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991" name="Google Shape;1991;p29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92" name="Google Shape;1992;p29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93" name="Google Shape;1993;p29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94" name="Shape 1994"/>
        <p:cNvGrpSpPr/>
        <p:nvPr/>
      </p:nvGrpSpPr>
      <p:grpSpPr>
        <a:xfrm>
          <a:off x="0" y="0"/>
          <a:ext cx="0" cy="0"/>
          <a:chOff x="0" y="0"/>
          <a:chExt cx="0" cy="0"/>
        </a:xfrm>
      </p:grpSpPr>
      <p:sp>
        <p:nvSpPr>
          <p:cNvPr id="1995" name="Google Shape;1995;p29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996" name="Google Shape;1996;p298"/>
          <p:cNvSpPr/>
          <p:nvPr>
            <p:ph idx="2" type="pic"/>
          </p:nvPr>
        </p:nvSpPr>
        <p:spPr>
          <a:xfrm>
            <a:off x="1792288" y="612775"/>
            <a:ext cx="5486400" cy="4114800"/>
          </a:xfrm>
          <a:prstGeom prst="rect">
            <a:avLst/>
          </a:prstGeom>
          <a:noFill/>
          <a:ln>
            <a:noFill/>
          </a:ln>
        </p:spPr>
      </p:sp>
      <p:sp>
        <p:nvSpPr>
          <p:cNvPr id="1997" name="Google Shape;1997;p29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998" name="Google Shape;1998;p29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999" name="Google Shape;1999;p29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00" name="Google Shape;2000;p29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01" name="Shape 2001"/>
        <p:cNvGrpSpPr/>
        <p:nvPr/>
      </p:nvGrpSpPr>
      <p:grpSpPr>
        <a:xfrm>
          <a:off x="0" y="0"/>
          <a:ext cx="0" cy="0"/>
          <a:chOff x="0" y="0"/>
          <a:chExt cx="0" cy="0"/>
        </a:xfrm>
      </p:grpSpPr>
      <p:sp>
        <p:nvSpPr>
          <p:cNvPr id="2002" name="Google Shape;2002;p29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003" name="Google Shape;2003;p29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04" name="Google Shape;2004;p29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05" name="Google Shape;2005;p29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06" name="Google Shape;2006;p29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07" name="Shape 2007"/>
        <p:cNvGrpSpPr/>
        <p:nvPr/>
      </p:nvGrpSpPr>
      <p:grpSpPr>
        <a:xfrm>
          <a:off x="0" y="0"/>
          <a:ext cx="0" cy="0"/>
          <a:chOff x="0" y="0"/>
          <a:chExt cx="0" cy="0"/>
        </a:xfrm>
      </p:grpSpPr>
      <p:sp>
        <p:nvSpPr>
          <p:cNvPr id="2008" name="Google Shape;2008;p300"/>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009" name="Google Shape;2009;p30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10" name="Google Shape;2010;p30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11" name="Google Shape;2011;p30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12" name="Google Shape;2012;p30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013" name="Shape 2013"/>
        <p:cNvGrpSpPr/>
        <p:nvPr/>
      </p:nvGrpSpPr>
      <p:grpSpPr>
        <a:xfrm>
          <a:off x="0" y="0"/>
          <a:ext cx="0" cy="0"/>
          <a:chOff x="0" y="0"/>
          <a:chExt cx="0" cy="0"/>
        </a:xfrm>
      </p:grpSpPr>
      <p:sp>
        <p:nvSpPr>
          <p:cNvPr id="2014" name="Google Shape;2014;p30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2015" name="Google Shape;2015;p301"/>
          <p:cNvGrpSpPr/>
          <p:nvPr/>
        </p:nvGrpSpPr>
        <p:grpSpPr>
          <a:xfrm>
            <a:off x="2084388" y="6550025"/>
            <a:ext cx="7059612" cy="49213"/>
            <a:chOff x="2083888" y="6550671"/>
            <a:chExt cx="7060112" cy="48665"/>
          </a:xfrm>
        </p:grpSpPr>
        <p:sp>
          <p:nvSpPr>
            <p:cNvPr id="2016" name="Google Shape;2016;p30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17" name="Google Shape;2017;p30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18" name="Google Shape;2018;p30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2019" name="Google Shape;2019;p30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2020" name="Google Shape;2020;p301"/>
          <p:cNvGrpSpPr/>
          <p:nvPr/>
        </p:nvGrpSpPr>
        <p:grpSpPr>
          <a:xfrm>
            <a:off x="2133600" y="6553200"/>
            <a:ext cx="7010400" cy="46038"/>
            <a:chOff x="1905000" y="6553200"/>
            <a:chExt cx="7010400" cy="45719"/>
          </a:xfrm>
        </p:grpSpPr>
        <p:sp>
          <p:nvSpPr>
            <p:cNvPr id="2021" name="Google Shape;2021;p30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22" name="Google Shape;2022;p30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23" name="Google Shape;2023;p30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024" name="Google Shape;2024;p301"/>
          <p:cNvGrpSpPr/>
          <p:nvPr/>
        </p:nvGrpSpPr>
        <p:grpSpPr>
          <a:xfrm>
            <a:off x="0" y="1295400"/>
            <a:ext cx="7010400" cy="46038"/>
            <a:chOff x="1905000" y="6553200"/>
            <a:chExt cx="7010400" cy="45719"/>
          </a:xfrm>
        </p:grpSpPr>
        <p:sp>
          <p:nvSpPr>
            <p:cNvPr id="2025" name="Google Shape;2025;p30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26" name="Google Shape;2026;p30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27" name="Google Shape;2027;p30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2028" name="Google Shape;2028;p301"/>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29" name="Google Shape;2029;p30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030" name="Shape 2030"/>
        <p:cNvGrpSpPr/>
        <p:nvPr/>
      </p:nvGrpSpPr>
      <p:grpSpPr>
        <a:xfrm>
          <a:off x="0" y="0"/>
          <a:ext cx="0" cy="0"/>
          <a:chOff x="0" y="0"/>
          <a:chExt cx="0" cy="0"/>
        </a:xfrm>
      </p:grpSpPr>
      <p:sp>
        <p:nvSpPr>
          <p:cNvPr id="2031" name="Google Shape;2031;p30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2032" name="Google Shape;2032;p302"/>
          <p:cNvGrpSpPr/>
          <p:nvPr/>
        </p:nvGrpSpPr>
        <p:grpSpPr>
          <a:xfrm>
            <a:off x="2084388" y="6550025"/>
            <a:ext cx="7059612" cy="49213"/>
            <a:chOff x="2083888" y="6550671"/>
            <a:chExt cx="7060112" cy="48665"/>
          </a:xfrm>
        </p:grpSpPr>
        <p:sp>
          <p:nvSpPr>
            <p:cNvPr id="2033" name="Google Shape;2033;p30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34" name="Google Shape;2034;p30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35" name="Google Shape;2035;p30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2036" name="Google Shape;2036;p30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2037" name="Google Shape;2037;p302"/>
          <p:cNvGrpSpPr/>
          <p:nvPr/>
        </p:nvGrpSpPr>
        <p:grpSpPr>
          <a:xfrm>
            <a:off x="2133600" y="6553200"/>
            <a:ext cx="7010400" cy="46038"/>
            <a:chOff x="1905000" y="6553200"/>
            <a:chExt cx="7010400" cy="45719"/>
          </a:xfrm>
        </p:grpSpPr>
        <p:sp>
          <p:nvSpPr>
            <p:cNvPr id="2038" name="Google Shape;2038;p3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39" name="Google Shape;2039;p3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40" name="Google Shape;2040;p3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041" name="Google Shape;2041;p302"/>
          <p:cNvGrpSpPr/>
          <p:nvPr/>
        </p:nvGrpSpPr>
        <p:grpSpPr>
          <a:xfrm>
            <a:off x="0" y="1295400"/>
            <a:ext cx="7010400" cy="46038"/>
            <a:chOff x="1905000" y="6553200"/>
            <a:chExt cx="7010400" cy="45719"/>
          </a:xfrm>
        </p:grpSpPr>
        <p:sp>
          <p:nvSpPr>
            <p:cNvPr id="2042" name="Google Shape;2042;p3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43" name="Google Shape;2043;p3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44" name="Google Shape;2044;p3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2045" name="Google Shape;2045;p302"/>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46" name="Google Shape;2046;p30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2047" name="Shape 2047"/>
        <p:cNvGrpSpPr/>
        <p:nvPr/>
      </p:nvGrpSpPr>
      <p:grpSpPr>
        <a:xfrm>
          <a:off x="0" y="0"/>
          <a:ext cx="0" cy="0"/>
          <a:chOff x="0" y="0"/>
          <a:chExt cx="0" cy="0"/>
        </a:xfrm>
      </p:grpSpPr>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2048" name="Shape 2048"/>
        <p:cNvGrpSpPr/>
        <p:nvPr/>
      </p:nvGrpSpPr>
      <p:grpSpPr>
        <a:xfrm>
          <a:off x="0" y="0"/>
          <a:ext cx="0" cy="0"/>
          <a:chOff x="0" y="0"/>
          <a:chExt cx="0" cy="0"/>
        </a:xfrm>
      </p:grpSpPr>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2049" name="Shape 2049"/>
        <p:cNvGrpSpPr/>
        <p:nvPr/>
      </p:nvGrpSpPr>
      <p:grpSpPr>
        <a:xfrm>
          <a:off x="0" y="0"/>
          <a:ext cx="0" cy="0"/>
          <a:chOff x="0" y="0"/>
          <a:chExt cx="0" cy="0"/>
        </a:xfrm>
      </p:grpSpPr>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2062" name="Shape 2062"/>
        <p:cNvGrpSpPr/>
        <p:nvPr/>
      </p:nvGrpSpPr>
      <p:grpSpPr>
        <a:xfrm>
          <a:off x="0" y="0"/>
          <a:ext cx="0" cy="0"/>
          <a:chOff x="0" y="0"/>
          <a:chExt cx="0" cy="0"/>
        </a:xfrm>
      </p:grpSpPr>
      <p:sp>
        <p:nvSpPr>
          <p:cNvPr id="2063" name="Google Shape;2063;p94"/>
          <p:cNvSpPr txBox="1"/>
          <p:nvPr>
            <p:ph type="title"/>
          </p:nvPr>
        </p:nvSpPr>
        <p:spPr>
          <a:xfrm>
            <a:off x="381000" y="152400"/>
            <a:ext cx="8280400" cy="533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64" name="Shape 2064"/>
        <p:cNvGrpSpPr/>
        <p:nvPr/>
      </p:nvGrpSpPr>
      <p:grpSpPr>
        <a:xfrm>
          <a:off x="0" y="0"/>
          <a:ext cx="0" cy="0"/>
          <a:chOff x="0" y="0"/>
          <a:chExt cx="0" cy="0"/>
        </a:xfrm>
      </p:grpSpPr>
      <p:sp>
        <p:nvSpPr>
          <p:cNvPr id="2065" name="Google Shape;2065;p306"/>
          <p:cNvSpPr txBox="1"/>
          <p:nvPr>
            <p:ph type="ctrTitle"/>
          </p:nvPr>
        </p:nvSpPr>
        <p:spPr>
          <a:xfrm>
            <a:off x="685800" y="2130427"/>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66" name="Google Shape;2066;p30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2067" name="Google Shape;2067;p306"/>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68" name="Google Shape;2068;p306"/>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69" name="Google Shape;2069;p306"/>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70" name="Shape 2070"/>
        <p:cNvGrpSpPr/>
        <p:nvPr/>
      </p:nvGrpSpPr>
      <p:grpSpPr>
        <a:xfrm>
          <a:off x="0" y="0"/>
          <a:ext cx="0" cy="0"/>
          <a:chOff x="0" y="0"/>
          <a:chExt cx="0" cy="0"/>
        </a:xfrm>
      </p:grpSpPr>
      <p:sp>
        <p:nvSpPr>
          <p:cNvPr id="2071" name="Google Shape;2071;p30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700"/>
              <a:buFont typeface="Cambria"/>
              <a:buNone/>
              <a:defRPr b="0" i="0" sz="2700" u="none" cap="none" strike="noStrike">
                <a:solidFill>
                  <a:schemeClr val="dk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72" name="Google Shape;2072;p30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atin typeface="Cambria"/>
                <a:ea typeface="Cambria"/>
                <a:cs typeface="Cambria"/>
                <a:sym typeface="Cambria"/>
              </a:defRPr>
            </a:lvl1pPr>
            <a:lvl2pPr indent="-342900" lvl="1" marL="914400" algn="l">
              <a:lnSpc>
                <a:spcPct val="100000"/>
              </a:lnSpc>
              <a:spcBef>
                <a:spcPts val="360"/>
              </a:spcBef>
              <a:spcAft>
                <a:spcPts val="0"/>
              </a:spcAft>
              <a:buClr>
                <a:schemeClr val="dk1"/>
              </a:buClr>
              <a:buSzPts val="1800"/>
              <a:buChar char="–"/>
              <a:defRPr sz="1800">
                <a:latin typeface="Cambria"/>
                <a:ea typeface="Cambria"/>
                <a:cs typeface="Cambria"/>
                <a:sym typeface="Cambria"/>
              </a:defRPr>
            </a:lvl2pPr>
            <a:lvl3pPr indent="-342900" lvl="2" marL="1371600" algn="l">
              <a:lnSpc>
                <a:spcPct val="100000"/>
              </a:lnSpc>
              <a:spcBef>
                <a:spcPts val="360"/>
              </a:spcBef>
              <a:spcAft>
                <a:spcPts val="0"/>
              </a:spcAft>
              <a:buClr>
                <a:schemeClr val="dk1"/>
              </a:buClr>
              <a:buSzPts val="1800"/>
              <a:buChar char="•"/>
              <a:defRPr sz="1800">
                <a:latin typeface="Cambria"/>
                <a:ea typeface="Cambria"/>
                <a:cs typeface="Cambria"/>
                <a:sym typeface="Cambria"/>
              </a:defRPr>
            </a:lvl3pPr>
            <a:lvl4pPr indent="-342900" lvl="3" marL="1828800" algn="l">
              <a:lnSpc>
                <a:spcPct val="100000"/>
              </a:lnSpc>
              <a:spcBef>
                <a:spcPts val="360"/>
              </a:spcBef>
              <a:spcAft>
                <a:spcPts val="0"/>
              </a:spcAft>
              <a:buClr>
                <a:schemeClr val="dk1"/>
              </a:buClr>
              <a:buSzPts val="1800"/>
              <a:buChar char="–"/>
              <a:defRPr sz="1800">
                <a:latin typeface="Cambria"/>
                <a:ea typeface="Cambria"/>
                <a:cs typeface="Cambria"/>
                <a:sym typeface="Cambria"/>
              </a:defRPr>
            </a:lvl4pPr>
            <a:lvl5pPr indent="-342900" lvl="4" marL="2286000" algn="l">
              <a:lnSpc>
                <a:spcPct val="100000"/>
              </a:lnSpc>
              <a:spcBef>
                <a:spcPts val="360"/>
              </a:spcBef>
              <a:spcAft>
                <a:spcPts val="0"/>
              </a:spcAft>
              <a:buClr>
                <a:schemeClr val="dk1"/>
              </a:buClr>
              <a:buSzPts val="1800"/>
              <a:buChar char="»"/>
              <a:defRPr sz="1800">
                <a:latin typeface="Cambria"/>
                <a:ea typeface="Cambria"/>
                <a:cs typeface="Cambria"/>
                <a:sym typeface="Cambri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73" name="Google Shape;2073;p307"/>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74" name="Google Shape;2074;p30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2075" name="Shape 2075"/>
        <p:cNvGrpSpPr/>
        <p:nvPr/>
      </p:nvGrpSpPr>
      <p:grpSpPr>
        <a:xfrm>
          <a:off x="0" y="0"/>
          <a:ext cx="0" cy="0"/>
          <a:chOff x="0" y="0"/>
          <a:chExt cx="0" cy="0"/>
        </a:xfrm>
      </p:grpSpPr>
      <p:sp>
        <p:nvSpPr>
          <p:cNvPr id="2076" name="Google Shape;2076;p30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77" name="Google Shape;2077;p308"/>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78" name="Google Shape;2078;p308"/>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79" name="Google Shape;2079;p308"/>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2080" name="Shape 2080"/>
        <p:cNvGrpSpPr/>
        <p:nvPr/>
      </p:nvGrpSpPr>
      <p:grpSpPr>
        <a:xfrm>
          <a:off x="0" y="0"/>
          <a:ext cx="0" cy="0"/>
          <a:chOff x="0" y="0"/>
          <a:chExt cx="0" cy="0"/>
        </a:xfrm>
      </p:grpSpPr>
      <p:sp>
        <p:nvSpPr>
          <p:cNvPr id="2081" name="Google Shape;2081;p309"/>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82" name="Google Shape;2082;p309"/>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83" name="Google Shape;2083;p309"/>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84" name="Google Shape;2084;p309"/>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spTree>
      <p:nvGrpSpPr>
        <p:cNvPr id="2085" name="Shape 2085"/>
        <p:cNvGrpSpPr/>
        <p:nvPr/>
      </p:nvGrpSpPr>
      <p:grpSpPr>
        <a:xfrm>
          <a:off x="0" y="0"/>
          <a:ext cx="0" cy="0"/>
          <a:chOff x="0" y="0"/>
          <a:chExt cx="0" cy="0"/>
        </a:xfrm>
      </p:grpSpPr>
      <p:sp>
        <p:nvSpPr>
          <p:cNvPr id="2086" name="Google Shape;2086;p310"/>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87" name="Google Shape;2087;p310"/>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88" name="Google Shape;2088;p310"/>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89" name="Google Shape;2089;p310"/>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2090" name="Shape 2090"/>
        <p:cNvGrpSpPr/>
        <p:nvPr/>
      </p:nvGrpSpPr>
      <p:grpSpPr>
        <a:xfrm>
          <a:off x="0" y="0"/>
          <a:ext cx="0" cy="0"/>
          <a:chOff x="0" y="0"/>
          <a:chExt cx="0" cy="0"/>
        </a:xfrm>
      </p:grpSpPr>
      <p:sp>
        <p:nvSpPr>
          <p:cNvPr id="2091" name="Google Shape;2091;p31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92" name="Google Shape;2092;p311"/>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93" name="Google Shape;2093;p311"/>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94" name="Google Shape;2094;p311"/>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2095" name="Shape 2095"/>
        <p:cNvGrpSpPr/>
        <p:nvPr/>
      </p:nvGrpSpPr>
      <p:grpSpPr>
        <a:xfrm>
          <a:off x="0" y="0"/>
          <a:ext cx="0" cy="0"/>
          <a:chOff x="0" y="0"/>
          <a:chExt cx="0" cy="0"/>
        </a:xfrm>
      </p:grpSpPr>
      <p:sp>
        <p:nvSpPr>
          <p:cNvPr id="2096" name="Google Shape;2096;p31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97" name="Google Shape;2097;p312"/>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98" name="Google Shape;2098;p312"/>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99" name="Google Shape;2099;p312"/>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2100" name="Shape 2100"/>
        <p:cNvGrpSpPr/>
        <p:nvPr/>
      </p:nvGrpSpPr>
      <p:grpSpPr>
        <a:xfrm>
          <a:off x="0" y="0"/>
          <a:ext cx="0" cy="0"/>
          <a:chOff x="0" y="0"/>
          <a:chExt cx="0" cy="0"/>
        </a:xfrm>
      </p:grpSpPr>
      <p:sp>
        <p:nvSpPr>
          <p:cNvPr id="2101" name="Google Shape;2101;p31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02" name="Google Shape;2102;p31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03" name="Google Shape;2103;p313"/>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04" name="Google Shape;2104;p313"/>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2105" name="Shape 2105"/>
        <p:cNvGrpSpPr/>
        <p:nvPr/>
      </p:nvGrpSpPr>
      <p:grpSpPr>
        <a:xfrm>
          <a:off x="0" y="0"/>
          <a:ext cx="0" cy="0"/>
          <a:chOff x="0" y="0"/>
          <a:chExt cx="0" cy="0"/>
        </a:xfrm>
      </p:grpSpPr>
      <p:sp>
        <p:nvSpPr>
          <p:cNvPr id="2106" name="Google Shape;2106;p314"/>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07" name="Google Shape;2107;p314"/>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08" name="Google Shape;2108;p314"/>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09" name="Google Shape;2109;p314"/>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2110" name="Shape 2110"/>
        <p:cNvGrpSpPr/>
        <p:nvPr/>
      </p:nvGrpSpPr>
      <p:grpSpPr>
        <a:xfrm>
          <a:off x="0" y="0"/>
          <a:ext cx="0" cy="0"/>
          <a:chOff x="0" y="0"/>
          <a:chExt cx="0" cy="0"/>
        </a:xfrm>
      </p:grpSpPr>
      <p:sp>
        <p:nvSpPr>
          <p:cNvPr id="2111" name="Google Shape;2111;p31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12" name="Google Shape;2112;p31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13" name="Google Shape;2113;p315"/>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14" name="Google Shape;2114;p31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2115" name="Shape 2115"/>
        <p:cNvGrpSpPr/>
        <p:nvPr/>
      </p:nvGrpSpPr>
      <p:grpSpPr>
        <a:xfrm>
          <a:off x="0" y="0"/>
          <a:ext cx="0" cy="0"/>
          <a:chOff x="0" y="0"/>
          <a:chExt cx="0" cy="0"/>
        </a:xfrm>
      </p:grpSpPr>
      <p:sp>
        <p:nvSpPr>
          <p:cNvPr id="2116" name="Google Shape;2116;p31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17" name="Google Shape;2117;p316"/>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18" name="Google Shape;2118;p316"/>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19" name="Google Shape;2119;p316"/>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2120" name="Shape 2120"/>
        <p:cNvGrpSpPr/>
        <p:nvPr/>
      </p:nvGrpSpPr>
      <p:grpSpPr>
        <a:xfrm>
          <a:off x="0" y="0"/>
          <a:ext cx="0" cy="0"/>
          <a:chOff x="0" y="0"/>
          <a:chExt cx="0" cy="0"/>
        </a:xfrm>
      </p:grpSpPr>
      <p:sp>
        <p:nvSpPr>
          <p:cNvPr id="2121" name="Google Shape;2121;p31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2" name="Google Shape;2122;p31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23" name="Google Shape;2123;p317"/>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24" name="Google Shape;2124;p31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2125" name="Shape 2125"/>
        <p:cNvGrpSpPr/>
        <p:nvPr/>
      </p:nvGrpSpPr>
      <p:grpSpPr>
        <a:xfrm>
          <a:off x="0" y="0"/>
          <a:ext cx="0" cy="0"/>
          <a:chOff x="0" y="0"/>
          <a:chExt cx="0" cy="0"/>
        </a:xfrm>
      </p:grpSpPr>
      <p:sp>
        <p:nvSpPr>
          <p:cNvPr id="2126" name="Google Shape;2126;p31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7" name="Google Shape;2127;p318"/>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28" name="Google Shape;2128;p318"/>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29" name="Google Shape;2129;p318"/>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130" name="Shape 2130"/>
        <p:cNvGrpSpPr/>
        <p:nvPr/>
      </p:nvGrpSpPr>
      <p:grpSpPr>
        <a:xfrm>
          <a:off x="0" y="0"/>
          <a:ext cx="0" cy="0"/>
          <a:chOff x="0" y="0"/>
          <a:chExt cx="0" cy="0"/>
        </a:xfrm>
      </p:grpSpPr>
      <p:sp>
        <p:nvSpPr>
          <p:cNvPr id="2131" name="Google Shape;2131;p319"/>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32" name="Google Shape;2132;p319"/>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33" name="Google Shape;2133;p319"/>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34" name="Google Shape;2134;p319"/>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135" name="Shape 2135"/>
        <p:cNvGrpSpPr/>
        <p:nvPr/>
      </p:nvGrpSpPr>
      <p:grpSpPr>
        <a:xfrm>
          <a:off x="0" y="0"/>
          <a:ext cx="0" cy="0"/>
          <a:chOff x="0" y="0"/>
          <a:chExt cx="0" cy="0"/>
        </a:xfrm>
      </p:grpSpPr>
      <p:sp>
        <p:nvSpPr>
          <p:cNvPr id="2136" name="Google Shape;2136;p320"/>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37" name="Google Shape;2137;p320"/>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38" name="Google Shape;2138;p320"/>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39" name="Google Shape;2139;p320"/>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40" name="Shape 2140"/>
        <p:cNvGrpSpPr/>
        <p:nvPr/>
      </p:nvGrpSpPr>
      <p:grpSpPr>
        <a:xfrm>
          <a:off x="0" y="0"/>
          <a:ext cx="0" cy="0"/>
          <a:chOff x="0" y="0"/>
          <a:chExt cx="0" cy="0"/>
        </a:xfrm>
      </p:grpSpPr>
      <p:sp>
        <p:nvSpPr>
          <p:cNvPr id="2141" name="Google Shape;2141;p321"/>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Calibri"/>
              <a:buNone/>
              <a:defRPr b="1" i="0" sz="3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42" name="Google Shape;2142;p3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2143" name="Google Shape;2143;p321"/>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44" name="Google Shape;2144;p321"/>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45" name="Google Shape;2145;p321"/>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46" name="Shape 2146"/>
        <p:cNvGrpSpPr/>
        <p:nvPr/>
      </p:nvGrpSpPr>
      <p:grpSpPr>
        <a:xfrm>
          <a:off x="0" y="0"/>
          <a:ext cx="0" cy="0"/>
          <a:chOff x="0" y="0"/>
          <a:chExt cx="0" cy="0"/>
        </a:xfrm>
      </p:grpSpPr>
      <p:sp>
        <p:nvSpPr>
          <p:cNvPr id="2147" name="Google Shape;2147;p32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48" name="Google Shape;2148;p322"/>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2149" name="Google Shape;2149;p322"/>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2150" name="Google Shape;2150;p322"/>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51" name="Google Shape;2151;p322"/>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52" name="Google Shape;2152;p322"/>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53" name="Shape 2153"/>
        <p:cNvGrpSpPr/>
        <p:nvPr/>
      </p:nvGrpSpPr>
      <p:grpSpPr>
        <a:xfrm>
          <a:off x="0" y="0"/>
          <a:ext cx="0" cy="0"/>
          <a:chOff x="0" y="0"/>
          <a:chExt cx="0" cy="0"/>
        </a:xfrm>
      </p:grpSpPr>
      <p:sp>
        <p:nvSpPr>
          <p:cNvPr id="2154" name="Google Shape;2154;p32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55" name="Google Shape;2155;p3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2156" name="Google Shape;2156;p3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2157" name="Google Shape;2157;p323"/>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2158" name="Google Shape;2158;p323"/>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2159" name="Google Shape;2159;p323"/>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60" name="Google Shape;2160;p323"/>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61" name="Google Shape;2161;p323"/>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62" name="Shape 2162"/>
        <p:cNvGrpSpPr/>
        <p:nvPr/>
      </p:nvGrpSpPr>
      <p:grpSpPr>
        <a:xfrm>
          <a:off x="0" y="0"/>
          <a:ext cx="0" cy="0"/>
          <a:chOff x="0" y="0"/>
          <a:chExt cx="0" cy="0"/>
        </a:xfrm>
      </p:grpSpPr>
      <p:sp>
        <p:nvSpPr>
          <p:cNvPr id="2163" name="Google Shape;2163;p32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64" name="Google Shape;2164;p324"/>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65" name="Google Shape;2165;p324"/>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66" name="Google Shape;2166;p324"/>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67" name="Shape 2167"/>
        <p:cNvGrpSpPr/>
        <p:nvPr/>
      </p:nvGrpSpPr>
      <p:grpSpPr>
        <a:xfrm>
          <a:off x="0" y="0"/>
          <a:ext cx="0" cy="0"/>
          <a:chOff x="0" y="0"/>
          <a:chExt cx="0" cy="0"/>
        </a:xfrm>
      </p:grpSpPr>
      <p:sp>
        <p:nvSpPr>
          <p:cNvPr id="2168" name="Google Shape;2168;p325"/>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69" name="Google Shape;2169;p325"/>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70" name="Google Shape;2170;p325"/>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71" name="Shape 2171"/>
        <p:cNvGrpSpPr/>
        <p:nvPr/>
      </p:nvGrpSpPr>
      <p:grpSpPr>
        <a:xfrm>
          <a:off x="0" y="0"/>
          <a:ext cx="0" cy="0"/>
          <a:chOff x="0" y="0"/>
          <a:chExt cx="0" cy="0"/>
        </a:xfrm>
      </p:grpSpPr>
      <p:sp>
        <p:nvSpPr>
          <p:cNvPr id="2172" name="Google Shape;2172;p326"/>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73" name="Google Shape;2173;p326"/>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2174" name="Google Shape;2174;p326"/>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2175" name="Google Shape;2175;p326"/>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76" name="Google Shape;2176;p326"/>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77" name="Google Shape;2177;p326"/>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78" name="Shape 2178"/>
        <p:cNvGrpSpPr/>
        <p:nvPr/>
      </p:nvGrpSpPr>
      <p:grpSpPr>
        <a:xfrm>
          <a:off x="0" y="0"/>
          <a:ext cx="0" cy="0"/>
          <a:chOff x="0" y="0"/>
          <a:chExt cx="0" cy="0"/>
        </a:xfrm>
      </p:grpSpPr>
      <p:sp>
        <p:nvSpPr>
          <p:cNvPr id="2179" name="Google Shape;2179;p3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80" name="Google Shape;2180;p327"/>
          <p:cNvSpPr/>
          <p:nvPr>
            <p:ph idx="2" type="pic"/>
          </p:nvPr>
        </p:nvSpPr>
        <p:spPr>
          <a:xfrm>
            <a:off x="1792288" y="612775"/>
            <a:ext cx="5486400" cy="4114800"/>
          </a:xfrm>
          <a:prstGeom prst="rect">
            <a:avLst/>
          </a:prstGeom>
          <a:noFill/>
          <a:ln>
            <a:noFill/>
          </a:ln>
        </p:spPr>
      </p:sp>
      <p:sp>
        <p:nvSpPr>
          <p:cNvPr id="2181" name="Google Shape;2181;p3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2182" name="Google Shape;2182;p327"/>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83" name="Google Shape;2183;p327"/>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84" name="Google Shape;2184;p327"/>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5" name="Shape 2185"/>
        <p:cNvGrpSpPr/>
        <p:nvPr/>
      </p:nvGrpSpPr>
      <p:grpSpPr>
        <a:xfrm>
          <a:off x="0" y="0"/>
          <a:ext cx="0" cy="0"/>
          <a:chOff x="0" y="0"/>
          <a:chExt cx="0" cy="0"/>
        </a:xfrm>
      </p:grpSpPr>
      <p:sp>
        <p:nvSpPr>
          <p:cNvPr id="2186" name="Google Shape;2186;p32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87" name="Google Shape;2187;p328"/>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88" name="Google Shape;2188;p328"/>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89" name="Google Shape;2189;p328"/>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90" name="Google Shape;2190;p328"/>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91" name="Shape 2191"/>
        <p:cNvGrpSpPr/>
        <p:nvPr/>
      </p:nvGrpSpPr>
      <p:grpSpPr>
        <a:xfrm>
          <a:off x="0" y="0"/>
          <a:ext cx="0" cy="0"/>
          <a:chOff x="0" y="0"/>
          <a:chExt cx="0" cy="0"/>
        </a:xfrm>
      </p:grpSpPr>
      <p:sp>
        <p:nvSpPr>
          <p:cNvPr id="2192" name="Google Shape;2192;p329"/>
          <p:cNvSpPr txBox="1"/>
          <p:nvPr>
            <p:ph type="title"/>
          </p:nvPr>
        </p:nvSpPr>
        <p:spPr>
          <a:xfrm rot="5400000">
            <a:off x="4732338" y="2171703"/>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3" name="Google Shape;2193;p329"/>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94" name="Google Shape;2194;p329"/>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95" name="Google Shape;2195;p329"/>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196" name="Google Shape;2196;p329"/>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2197" name="Shape 2197"/>
        <p:cNvGrpSpPr/>
        <p:nvPr/>
      </p:nvGrpSpPr>
      <p:grpSpPr>
        <a:xfrm>
          <a:off x="0" y="0"/>
          <a:ext cx="0" cy="0"/>
          <a:chOff x="0" y="0"/>
          <a:chExt cx="0" cy="0"/>
        </a:xfrm>
      </p:grpSpPr>
      <p:sp>
        <p:nvSpPr>
          <p:cNvPr id="2198" name="Google Shape;2198;p330"/>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2199" name="Google Shape;2199;p330"/>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00" name="Google Shape;2200;p330"/>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01" name="Google Shape;2201;p330"/>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2202" name="Google Shape;2202;p330"/>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2203" name="Google Shape;2203;p330"/>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204" name="Google Shape;2204;p330"/>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205" name="Google Shape;2205;p330"/>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2206" name="Google Shape;2206;p330"/>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07" name="Google Shape;2207;p330"/>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08" name="Google Shape;2208;p330"/>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2209" name="Google Shape;2209;p330"/>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2210" name="Google Shape;2210;p330"/>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211" name="Google Shape;2211;p330"/>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212" name="Google Shape;2212;p330"/>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350"/>
              <a:buNone/>
              <a:defRPr sz="135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13" name="Google Shape;2213;p330"/>
          <p:cNvSpPr txBox="1"/>
          <p:nvPr>
            <p:ph type="title"/>
          </p:nvPr>
        </p:nvSpPr>
        <p:spPr>
          <a:xfrm>
            <a:off x="2514600" y="3810000"/>
            <a:ext cx="6019800" cy="1524000"/>
          </a:xfrm>
          <a:prstGeom prst="rect">
            <a:avLst/>
          </a:prstGeom>
          <a:noFill/>
          <a:ln>
            <a:noFill/>
          </a:ln>
        </p:spPr>
        <p:txBody>
          <a:bodyPr anchorCtr="0" anchor="t" bIns="45700" lIns="91425" spcFirstLastPara="1" rIns="91425" wrap="square" tIns="45700">
            <a:noAutofit/>
          </a:bodyPr>
          <a:lstStyle>
            <a:lvl1pPr lvl="0" marR="0" rtl="0" algn="l">
              <a:lnSpc>
                <a:spcPct val="90909"/>
              </a:lnSpc>
              <a:spcBef>
                <a:spcPts val="0"/>
              </a:spcBef>
              <a:spcAft>
                <a:spcPts val="0"/>
              </a:spcAft>
              <a:buClr>
                <a:schemeClr val="lt1"/>
              </a:buClr>
              <a:buSzPts val="3300"/>
              <a:buFont typeface="Calibri"/>
              <a:buNone/>
              <a:defRPr b="0" i="0" sz="33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2214" name="Shape 2214"/>
        <p:cNvGrpSpPr/>
        <p:nvPr/>
      </p:nvGrpSpPr>
      <p:grpSpPr>
        <a:xfrm>
          <a:off x="0" y="0"/>
          <a:ext cx="0" cy="0"/>
          <a:chOff x="0" y="0"/>
          <a:chExt cx="0" cy="0"/>
        </a:xfrm>
      </p:grpSpPr>
      <p:sp>
        <p:nvSpPr>
          <p:cNvPr id="2215" name="Google Shape;2215;p331"/>
          <p:cNvSpPr txBox="1"/>
          <p:nvPr/>
        </p:nvSpPr>
        <p:spPr>
          <a:xfrm>
            <a:off x="8153400" y="6550026"/>
            <a:ext cx="9906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2216" name="Google Shape;2216;p331"/>
          <p:cNvGrpSpPr/>
          <p:nvPr/>
        </p:nvGrpSpPr>
        <p:grpSpPr>
          <a:xfrm>
            <a:off x="2084388" y="6550027"/>
            <a:ext cx="7059612" cy="49213"/>
            <a:chOff x="2083888" y="6550671"/>
            <a:chExt cx="7060112" cy="48665"/>
          </a:xfrm>
        </p:grpSpPr>
        <p:sp>
          <p:nvSpPr>
            <p:cNvPr id="2217" name="Google Shape;2217;p33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18" name="Google Shape;2218;p33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19" name="Google Shape;2219;p33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2220" name="Google Shape;2220;p33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2221" name="Google Shape;2221;p331"/>
          <p:cNvGrpSpPr/>
          <p:nvPr/>
        </p:nvGrpSpPr>
        <p:grpSpPr>
          <a:xfrm>
            <a:off x="2133600" y="6553200"/>
            <a:ext cx="7010400" cy="46038"/>
            <a:chOff x="1905000" y="6553200"/>
            <a:chExt cx="7010400" cy="45719"/>
          </a:xfrm>
        </p:grpSpPr>
        <p:sp>
          <p:nvSpPr>
            <p:cNvPr id="2222" name="Google Shape;2222;p33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23" name="Google Shape;2223;p33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24" name="Google Shape;2224;p33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2225" name="Google Shape;2225;p331"/>
          <p:cNvGrpSpPr/>
          <p:nvPr/>
        </p:nvGrpSpPr>
        <p:grpSpPr>
          <a:xfrm>
            <a:off x="0" y="1295400"/>
            <a:ext cx="7010400" cy="46038"/>
            <a:chOff x="1905000" y="6553200"/>
            <a:chExt cx="7010400" cy="45719"/>
          </a:xfrm>
        </p:grpSpPr>
        <p:sp>
          <p:nvSpPr>
            <p:cNvPr id="2226" name="Google Shape;2226;p33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27" name="Google Shape;2227;p33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28" name="Google Shape;2228;p33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2229" name="Shape 2229"/>
        <p:cNvGrpSpPr/>
        <p:nvPr/>
      </p:nvGrpSpPr>
      <p:grpSpPr>
        <a:xfrm>
          <a:off x="0" y="0"/>
          <a:ext cx="0" cy="0"/>
          <a:chOff x="0" y="0"/>
          <a:chExt cx="0" cy="0"/>
        </a:xfrm>
      </p:grpSpPr>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2230" name="Shape 2230"/>
        <p:cNvGrpSpPr/>
        <p:nvPr/>
      </p:nvGrpSpPr>
      <p:grpSpPr>
        <a:xfrm>
          <a:off x="0" y="0"/>
          <a:ext cx="0" cy="0"/>
          <a:chOff x="0" y="0"/>
          <a:chExt cx="0" cy="0"/>
        </a:xfrm>
      </p:grpSpPr>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2231" name="Shape 2231"/>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p:cSld name="9_Title and Content">
    <p:spTree>
      <p:nvGrpSpPr>
        <p:cNvPr id="2232" name="Shape 2232"/>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2233" name="Shape 2233"/>
        <p:cNvGrpSpPr/>
        <p:nvPr/>
      </p:nvGrpSpPr>
      <p:grpSpPr>
        <a:xfrm>
          <a:off x="0" y="0"/>
          <a:ext cx="0" cy="0"/>
          <a:chOff x="0" y="0"/>
          <a:chExt cx="0" cy="0"/>
        </a:xfrm>
      </p:grpSpPr>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2234" name="Shape 2234"/>
        <p:cNvGrpSpPr/>
        <p:nvPr/>
      </p:nvGrpSpPr>
      <p:grpSpPr>
        <a:xfrm>
          <a:off x="0" y="0"/>
          <a:ext cx="0" cy="0"/>
          <a:chOff x="0" y="0"/>
          <a:chExt cx="0" cy="0"/>
        </a:xfrm>
      </p:grpSpPr>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1_Blank_one">
    <p:spTree>
      <p:nvGrpSpPr>
        <p:cNvPr id="2235" name="Shape 2235"/>
        <p:cNvGrpSpPr/>
        <p:nvPr/>
      </p:nvGrpSpPr>
      <p:grpSpPr>
        <a:xfrm>
          <a:off x="0" y="0"/>
          <a:ext cx="0" cy="0"/>
          <a:chOff x="0" y="0"/>
          <a:chExt cx="0" cy="0"/>
        </a:xfrm>
      </p:grpSpPr>
      <p:sp>
        <p:nvSpPr>
          <p:cNvPr id="2236" name="Google Shape;2236;p338"/>
          <p:cNvSpPr txBox="1"/>
          <p:nvPr/>
        </p:nvSpPr>
        <p:spPr>
          <a:xfrm>
            <a:off x="8153400" y="6550025"/>
            <a:ext cx="990600" cy="196177"/>
          </a:xfrm>
          <a:prstGeom prst="rect">
            <a:avLst/>
          </a:prstGeom>
          <a:noFill/>
          <a:ln>
            <a:noFill/>
          </a:ln>
        </p:spPr>
        <p:txBody>
          <a:bodyPr anchorCtr="0" anchor="t" bIns="34275" lIns="68550" spcFirstLastPara="1" rIns="68550" wrap="square" tIns="34275">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2237" name="Google Shape;2237;p338"/>
          <p:cNvGrpSpPr/>
          <p:nvPr/>
        </p:nvGrpSpPr>
        <p:grpSpPr>
          <a:xfrm>
            <a:off x="2084388" y="6550027"/>
            <a:ext cx="7059612" cy="49213"/>
            <a:chOff x="2083888" y="6550671"/>
            <a:chExt cx="7060112" cy="48665"/>
          </a:xfrm>
        </p:grpSpPr>
        <p:sp>
          <p:nvSpPr>
            <p:cNvPr id="2238" name="Google Shape;2238;p33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39" name="Google Shape;2239;p33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40" name="Google Shape;2240;p33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pic>
        <p:nvPicPr>
          <p:cNvPr descr="Picture 7.png" id="2241" name="Google Shape;2241;p338"/>
          <p:cNvPicPr preferRelativeResize="0"/>
          <p:nvPr/>
        </p:nvPicPr>
        <p:blipFill rotWithShape="1">
          <a:blip r:embed="rId2">
            <a:alphaModFix/>
          </a:blip>
          <a:srcRect b="5333" l="1923" r="0" t="0"/>
          <a:stretch/>
        </p:blipFill>
        <p:spPr>
          <a:xfrm>
            <a:off x="6629401" y="0"/>
            <a:ext cx="2193925" cy="692150"/>
          </a:xfrm>
          <a:prstGeom prst="rect">
            <a:avLst/>
          </a:prstGeom>
          <a:noFill/>
          <a:ln>
            <a:noFill/>
          </a:ln>
        </p:spPr>
      </p:pic>
      <p:grpSp>
        <p:nvGrpSpPr>
          <p:cNvPr id="2242" name="Google Shape;2242;p338"/>
          <p:cNvGrpSpPr/>
          <p:nvPr/>
        </p:nvGrpSpPr>
        <p:grpSpPr>
          <a:xfrm>
            <a:off x="2133600" y="6553200"/>
            <a:ext cx="7010400" cy="46038"/>
            <a:chOff x="1905000" y="6553200"/>
            <a:chExt cx="7010400" cy="45719"/>
          </a:xfrm>
        </p:grpSpPr>
        <p:sp>
          <p:nvSpPr>
            <p:cNvPr id="2243" name="Google Shape;2243;p3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44" name="Google Shape;2244;p3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45" name="Google Shape;2245;p3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grpSp>
        <p:nvGrpSpPr>
          <p:cNvPr id="2246" name="Google Shape;2246;p338"/>
          <p:cNvGrpSpPr/>
          <p:nvPr/>
        </p:nvGrpSpPr>
        <p:grpSpPr>
          <a:xfrm>
            <a:off x="0" y="1295400"/>
            <a:ext cx="7010400" cy="46038"/>
            <a:chOff x="1905000" y="6553200"/>
            <a:chExt cx="7010400" cy="45719"/>
          </a:xfrm>
        </p:grpSpPr>
        <p:sp>
          <p:nvSpPr>
            <p:cNvPr id="2247" name="Google Shape;2247;p3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48" name="Google Shape;2248;p3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49" name="Google Shape;2249;p3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2250" name="Shape 2250"/>
        <p:cNvGrpSpPr/>
        <p:nvPr/>
      </p:nvGrpSpPr>
      <p:grpSpPr>
        <a:xfrm>
          <a:off x="0" y="0"/>
          <a:ext cx="0" cy="0"/>
          <a:chOff x="0" y="0"/>
          <a:chExt cx="0" cy="0"/>
        </a:xfrm>
      </p:grpSpPr>
      <p:sp>
        <p:nvSpPr>
          <p:cNvPr id="2251" name="Google Shape;2251;p339"/>
          <p:cNvSpPr txBox="1"/>
          <p:nvPr/>
        </p:nvSpPr>
        <p:spPr>
          <a:xfrm>
            <a:off x="3276600" y="6596064"/>
            <a:ext cx="5867400" cy="196177"/>
          </a:xfrm>
          <a:prstGeom prst="rect">
            <a:avLst/>
          </a:prstGeom>
          <a:noFill/>
          <a:ln>
            <a:noFill/>
          </a:ln>
        </p:spPr>
        <p:txBody>
          <a:bodyPr anchorCtr="0" anchor="t" bIns="34275" lIns="68550" spcFirstLastPara="1" rIns="68550" wrap="square" tIns="34275">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200" u="none" cap="none" strike="noStrike">
              <a:solidFill>
                <a:srgbClr val="000000"/>
              </a:solidFill>
              <a:latin typeface="Tahoma"/>
              <a:ea typeface="Tahoma"/>
              <a:cs typeface="Tahoma"/>
              <a:sym typeface="Tahoma"/>
            </a:endParaRPr>
          </a:p>
        </p:txBody>
      </p:sp>
      <p:grpSp>
        <p:nvGrpSpPr>
          <p:cNvPr id="2252" name="Google Shape;2252;p339"/>
          <p:cNvGrpSpPr/>
          <p:nvPr/>
        </p:nvGrpSpPr>
        <p:grpSpPr>
          <a:xfrm>
            <a:off x="2084388" y="6550027"/>
            <a:ext cx="7059612" cy="49213"/>
            <a:chOff x="2083888" y="6550671"/>
            <a:chExt cx="7060112" cy="48665"/>
          </a:xfrm>
        </p:grpSpPr>
        <p:sp>
          <p:nvSpPr>
            <p:cNvPr id="2253" name="Google Shape;2253;p33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54" name="Google Shape;2254;p33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55" name="Google Shape;2255;p33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pic>
        <p:nvPicPr>
          <p:cNvPr descr="Picture 7.png" id="2256" name="Google Shape;2256;p339"/>
          <p:cNvPicPr preferRelativeResize="0"/>
          <p:nvPr/>
        </p:nvPicPr>
        <p:blipFill rotWithShape="1">
          <a:blip r:embed="rId2">
            <a:alphaModFix/>
          </a:blip>
          <a:srcRect b="5333" l="1923" r="0" t="0"/>
          <a:stretch/>
        </p:blipFill>
        <p:spPr>
          <a:xfrm>
            <a:off x="6629401" y="0"/>
            <a:ext cx="2193925" cy="692150"/>
          </a:xfrm>
          <a:prstGeom prst="rect">
            <a:avLst/>
          </a:prstGeom>
          <a:noFill/>
          <a:ln>
            <a:noFill/>
          </a:ln>
        </p:spPr>
      </p:pic>
      <p:grpSp>
        <p:nvGrpSpPr>
          <p:cNvPr id="2257" name="Google Shape;2257;p339"/>
          <p:cNvGrpSpPr/>
          <p:nvPr/>
        </p:nvGrpSpPr>
        <p:grpSpPr>
          <a:xfrm>
            <a:off x="2133600" y="6553200"/>
            <a:ext cx="7010400" cy="46038"/>
            <a:chOff x="1905000" y="6553200"/>
            <a:chExt cx="7010400" cy="45719"/>
          </a:xfrm>
        </p:grpSpPr>
        <p:sp>
          <p:nvSpPr>
            <p:cNvPr id="2258" name="Google Shape;2258;p33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59" name="Google Shape;2259;p33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60" name="Google Shape;2260;p33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grpSp>
        <p:nvGrpSpPr>
          <p:cNvPr id="2261" name="Google Shape;2261;p339"/>
          <p:cNvGrpSpPr/>
          <p:nvPr/>
        </p:nvGrpSpPr>
        <p:grpSpPr>
          <a:xfrm>
            <a:off x="0" y="1295400"/>
            <a:ext cx="7010400" cy="46038"/>
            <a:chOff x="1905000" y="6553200"/>
            <a:chExt cx="7010400" cy="45719"/>
          </a:xfrm>
        </p:grpSpPr>
        <p:sp>
          <p:nvSpPr>
            <p:cNvPr id="2262" name="Google Shape;2262;p33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63" name="Google Shape;2263;p33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sp>
          <p:nvSpPr>
            <p:cNvPr id="2264" name="Google Shape;2264;p33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Tahoma"/>
                <a:buNone/>
              </a:pPr>
              <a:r>
                <a:t/>
              </a:r>
              <a:endParaRPr b="0" i="0" sz="1200" u="none" cap="none" strike="noStrike">
                <a:solidFill>
                  <a:srgbClr val="FFFFFF"/>
                </a:solidFill>
                <a:latin typeface="Tahoma"/>
                <a:ea typeface="Tahoma"/>
                <a:cs typeface="Tahoma"/>
                <a:sym typeface="Tahoma"/>
              </a:endParaRPr>
            </a:p>
          </p:txBody>
        </p:sp>
      </p:grpSp>
      <p:sp>
        <p:nvSpPr>
          <p:cNvPr id="2265" name="Google Shape;2265;p339"/>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indent="-330200" lvl="1" marL="914400" marR="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2266" name="Google Shape;2266;p33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2700">
                <a:latin typeface="Arial"/>
                <a:ea typeface="Arial"/>
                <a:cs typeface="Arial"/>
                <a:sym typeface="Arial"/>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_one">
  <p:cSld name="1_Blank_one 2">
    <p:spTree>
      <p:nvGrpSpPr>
        <p:cNvPr id="2267" name="Shape 2267"/>
        <p:cNvGrpSpPr/>
        <p:nvPr/>
      </p:nvGrpSpPr>
      <p:grpSpPr>
        <a:xfrm>
          <a:off x="0" y="0"/>
          <a:ext cx="0" cy="0"/>
          <a:chOff x="0" y="0"/>
          <a:chExt cx="0" cy="0"/>
        </a:xfrm>
      </p:grpSpPr>
      <p:sp>
        <p:nvSpPr>
          <p:cNvPr id="2268" name="Google Shape;2268;p340"/>
          <p:cNvSpPr txBox="1"/>
          <p:nvPr/>
        </p:nvSpPr>
        <p:spPr>
          <a:xfrm>
            <a:off x="8153400" y="6550026"/>
            <a:ext cx="9906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2269" name="Google Shape;2269;p340"/>
          <p:cNvGrpSpPr/>
          <p:nvPr/>
        </p:nvGrpSpPr>
        <p:grpSpPr>
          <a:xfrm>
            <a:off x="2084388" y="6550027"/>
            <a:ext cx="7059612" cy="49213"/>
            <a:chOff x="2083888" y="6550671"/>
            <a:chExt cx="7060112" cy="48665"/>
          </a:xfrm>
        </p:grpSpPr>
        <p:sp>
          <p:nvSpPr>
            <p:cNvPr id="2270" name="Google Shape;2270;p34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71" name="Google Shape;2271;p34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72" name="Google Shape;2272;p34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2273" name="Google Shape;2273;p340"/>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2274" name="Google Shape;2274;p340"/>
          <p:cNvGrpSpPr/>
          <p:nvPr/>
        </p:nvGrpSpPr>
        <p:grpSpPr>
          <a:xfrm>
            <a:off x="2133600" y="6553200"/>
            <a:ext cx="7010400" cy="46038"/>
            <a:chOff x="1905000" y="6553200"/>
            <a:chExt cx="7010400" cy="45719"/>
          </a:xfrm>
        </p:grpSpPr>
        <p:sp>
          <p:nvSpPr>
            <p:cNvPr id="2275" name="Google Shape;2275;p34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76" name="Google Shape;2276;p34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77" name="Google Shape;2277;p34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2278" name="Google Shape;2278;p340"/>
          <p:cNvGrpSpPr/>
          <p:nvPr/>
        </p:nvGrpSpPr>
        <p:grpSpPr>
          <a:xfrm>
            <a:off x="0" y="1295400"/>
            <a:ext cx="7010400" cy="46038"/>
            <a:chOff x="1905000" y="6553200"/>
            <a:chExt cx="7010400" cy="45719"/>
          </a:xfrm>
        </p:grpSpPr>
        <p:sp>
          <p:nvSpPr>
            <p:cNvPr id="2279" name="Google Shape;2279;p34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80" name="Google Shape;2280;p34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81" name="Google Shape;2281;p34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2">
    <p:spTree>
      <p:nvGrpSpPr>
        <p:cNvPr id="2282" name="Shape 2282"/>
        <p:cNvGrpSpPr/>
        <p:nvPr/>
      </p:nvGrpSpPr>
      <p:grpSpPr>
        <a:xfrm>
          <a:off x="0" y="0"/>
          <a:ext cx="0" cy="0"/>
          <a:chOff x="0" y="0"/>
          <a:chExt cx="0" cy="0"/>
        </a:xfrm>
      </p:grpSpPr>
      <p:sp>
        <p:nvSpPr>
          <p:cNvPr id="2283" name="Google Shape;2283;p341"/>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2284" name="Google Shape;2284;p341"/>
          <p:cNvGrpSpPr/>
          <p:nvPr/>
        </p:nvGrpSpPr>
        <p:grpSpPr>
          <a:xfrm>
            <a:off x="2084388" y="6550027"/>
            <a:ext cx="7059612" cy="49213"/>
            <a:chOff x="2083888" y="6550671"/>
            <a:chExt cx="7060112" cy="48665"/>
          </a:xfrm>
        </p:grpSpPr>
        <p:sp>
          <p:nvSpPr>
            <p:cNvPr id="2285" name="Google Shape;2285;p34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86" name="Google Shape;2286;p34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87" name="Google Shape;2287;p34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2288" name="Google Shape;2288;p34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2289" name="Google Shape;2289;p341"/>
          <p:cNvGrpSpPr/>
          <p:nvPr/>
        </p:nvGrpSpPr>
        <p:grpSpPr>
          <a:xfrm>
            <a:off x="2133600" y="6553200"/>
            <a:ext cx="7010400" cy="46038"/>
            <a:chOff x="1905000" y="6553200"/>
            <a:chExt cx="7010400" cy="45719"/>
          </a:xfrm>
        </p:grpSpPr>
        <p:sp>
          <p:nvSpPr>
            <p:cNvPr id="2290" name="Google Shape;2290;p34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91" name="Google Shape;2291;p34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92" name="Google Shape;2292;p34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2293" name="Google Shape;2293;p341"/>
          <p:cNvGrpSpPr/>
          <p:nvPr/>
        </p:nvGrpSpPr>
        <p:grpSpPr>
          <a:xfrm>
            <a:off x="0" y="1295400"/>
            <a:ext cx="7010400" cy="46038"/>
            <a:chOff x="1905000" y="6553200"/>
            <a:chExt cx="7010400" cy="45719"/>
          </a:xfrm>
        </p:grpSpPr>
        <p:sp>
          <p:nvSpPr>
            <p:cNvPr id="2294" name="Google Shape;2294;p34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95" name="Google Shape;2295;p34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296" name="Google Shape;2296;p34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2297" name="Google Shape;2297;p341"/>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98" name="Google Shape;2298;p34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11" name="Shape 2311"/>
        <p:cNvGrpSpPr/>
        <p:nvPr/>
      </p:nvGrpSpPr>
      <p:grpSpPr>
        <a:xfrm>
          <a:off x="0" y="0"/>
          <a:ext cx="0" cy="0"/>
          <a:chOff x="0" y="0"/>
          <a:chExt cx="0" cy="0"/>
        </a:xfrm>
      </p:grpSpPr>
      <p:sp>
        <p:nvSpPr>
          <p:cNvPr id="2312" name="Google Shape;2312;p9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13" name="Google Shape;2313;p9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4" name="Shape 2314"/>
        <p:cNvGrpSpPr/>
        <p:nvPr/>
      </p:nvGrpSpPr>
      <p:grpSpPr>
        <a:xfrm>
          <a:off x="0" y="0"/>
          <a:ext cx="0" cy="0"/>
          <a:chOff x="0" y="0"/>
          <a:chExt cx="0" cy="0"/>
        </a:xfrm>
      </p:grpSpPr>
      <p:sp>
        <p:nvSpPr>
          <p:cNvPr id="2315" name="Google Shape;2315;p9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16" name="Shape 2316"/>
        <p:cNvGrpSpPr/>
        <p:nvPr/>
      </p:nvGrpSpPr>
      <p:grpSpPr>
        <a:xfrm>
          <a:off x="0" y="0"/>
          <a:ext cx="0" cy="0"/>
          <a:chOff x="0" y="0"/>
          <a:chExt cx="0" cy="0"/>
        </a:xfrm>
      </p:grpSpPr>
      <p:sp>
        <p:nvSpPr>
          <p:cNvPr id="2317" name="Google Shape;2317;p34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18" name="Google Shape;2318;p3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319" name="Google Shape;2319;p3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20" name="Shape 2320"/>
        <p:cNvGrpSpPr/>
        <p:nvPr/>
      </p:nvGrpSpPr>
      <p:grpSpPr>
        <a:xfrm>
          <a:off x="0" y="0"/>
          <a:ext cx="0" cy="0"/>
          <a:chOff x="0" y="0"/>
          <a:chExt cx="0" cy="0"/>
        </a:xfrm>
      </p:grpSpPr>
      <p:sp>
        <p:nvSpPr>
          <p:cNvPr id="2321" name="Google Shape;2321;p34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22" name="Google Shape;2322;p3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323" name="Google Shape;2323;p3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324" name="Google Shape;2324;p3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325" name="Google Shape;2325;p3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26" name="Shape 2326"/>
        <p:cNvGrpSpPr/>
        <p:nvPr/>
      </p:nvGrpSpPr>
      <p:grpSpPr>
        <a:xfrm>
          <a:off x="0" y="0"/>
          <a:ext cx="0" cy="0"/>
          <a:chOff x="0" y="0"/>
          <a:chExt cx="0" cy="0"/>
        </a:xfrm>
      </p:grpSpPr>
      <p:sp>
        <p:nvSpPr>
          <p:cNvPr id="2327" name="Google Shape;2327;p3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28" name="Google Shape;2328;p3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329" name="Google Shape;2329;p3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30" name="Shape 2330"/>
        <p:cNvGrpSpPr/>
        <p:nvPr/>
      </p:nvGrpSpPr>
      <p:grpSpPr>
        <a:xfrm>
          <a:off x="0" y="0"/>
          <a:ext cx="0" cy="0"/>
          <a:chOff x="0" y="0"/>
          <a:chExt cx="0" cy="0"/>
        </a:xfrm>
      </p:grpSpPr>
      <p:sp>
        <p:nvSpPr>
          <p:cNvPr id="2331" name="Google Shape;2331;p3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32" name="Google Shape;2332;p345"/>
          <p:cNvSpPr/>
          <p:nvPr>
            <p:ph idx="2" type="pic"/>
          </p:nvPr>
        </p:nvSpPr>
        <p:spPr>
          <a:xfrm>
            <a:off x="1792288" y="612775"/>
            <a:ext cx="5486400" cy="4114800"/>
          </a:xfrm>
          <a:prstGeom prst="rect">
            <a:avLst/>
          </a:prstGeom>
          <a:noFill/>
          <a:ln>
            <a:noFill/>
          </a:ln>
        </p:spPr>
      </p:sp>
      <p:sp>
        <p:nvSpPr>
          <p:cNvPr id="2333" name="Google Shape;2333;p3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34" name="Shape 2334"/>
        <p:cNvGrpSpPr/>
        <p:nvPr/>
      </p:nvGrpSpPr>
      <p:grpSpPr>
        <a:xfrm>
          <a:off x="0" y="0"/>
          <a:ext cx="0" cy="0"/>
          <a:chOff x="0" y="0"/>
          <a:chExt cx="0" cy="0"/>
        </a:xfrm>
      </p:grpSpPr>
      <p:sp>
        <p:nvSpPr>
          <p:cNvPr id="2335" name="Google Shape;2335;p34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36" name="Google Shape;2336;p346"/>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37" name="Shape 2337"/>
        <p:cNvGrpSpPr/>
        <p:nvPr/>
      </p:nvGrpSpPr>
      <p:grpSpPr>
        <a:xfrm>
          <a:off x="0" y="0"/>
          <a:ext cx="0" cy="0"/>
          <a:chOff x="0" y="0"/>
          <a:chExt cx="0" cy="0"/>
        </a:xfrm>
      </p:grpSpPr>
      <p:sp>
        <p:nvSpPr>
          <p:cNvPr id="2338" name="Google Shape;2338;p347"/>
          <p:cNvSpPr txBox="1"/>
          <p:nvPr>
            <p:ph type="title"/>
          </p:nvPr>
        </p:nvSpPr>
        <p:spPr>
          <a:xfrm rot="5400000">
            <a:off x="4732337" y="2171700"/>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39" name="Google Shape;2339;p347"/>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2340" name="Shape 2340"/>
        <p:cNvGrpSpPr/>
        <p:nvPr/>
      </p:nvGrpSpPr>
      <p:grpSpPr>
        <a:xfrm>
          <a:off x="0" y="0"/>
          <a:ext cx="0" cy="0"/>
          <a:chOff x="0" y="0"/>
          <a:chExt cx="0" cy="0"/>
        </a:xfrm>
      </p:grpSpPr>
      <p:sp>
        <p:nvSpPr>
          <p:cNvPr id="2341" name="Google Shape;2341;p348"/>
          <p:cNvSpPr txBox="1"/>
          <p:nvPr>
            <p:ph type="title"/>
          </p:nvPr>
        </p:nvSpPr>
        <p:spPr>
          <a:xfrm>
            <a:off x="381000" y="152400"/>
            <a:ext cx="8280400" cy="533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342" name="Shape 2342"/>
        <p:cNvGrpSpPr/>
        <p:nvPr/>
      </p:nvGrpSpPr>
      <p:grpSpPr>
        <a:xfrm>
          <a:off x="0" y="0"/>
          <a:ext cx="0" cy="0"/>
          <a:chOff x="0" y="0"/>
          <a:chExt cx="0" cy="0"/>
        </a:xfrm>
      </p:grpSpPr>
      <p:pic>
        <p:nvPicPr>
          <p:cNvPr id="2343" name="Google Shape;2343;p34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44" name="Google Shape;2344;p34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45" name="Google Shape;2345;p34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46" name="Google Shape;2346;p34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47" name="Google Shape;2347;p34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sz="1350">
                <a:latin typeface="Helvetica Neue"/>
                <a:ea typeface="Helvetica Neue"/>
                <a:cs typeface="Helvetica Neue"/>
                <a:sym typeface="Helvetica Neue"/>
              </a:defRPr>
            </a:lvl1pPr>
            <a:lvl2pPr indent="-406400" lvl="1" marL="914400" algn="l">
              <a:lnSpc>
                <a:spcPct val="100000"/>
              </a:lnSpc>
              <a:spcBef>
                <a:spcPts val="560"/>
              </a:spcBef>
              <a:spcAft>
                <a:spcPts val="0"/>
              </a:spcAft>
              <a:buSzPts val="2800"/>
              <a:buChar char="–"/>
              <a:defRPr sz="1200">
                <a:latin typeface="Helvetica Neue"/>
                <a:ea typeface="Helvetica Neue"/>
                <a:cs typeface="Helvetica Neue"/>
                <a:sym typeface="Helvetica Neue"/>
              </a:defRPr>
            </a:lvl2pPr>
            <a:lvl3pPr indent="-381000" lvl="2" marL="1371600" algn="l">
              <a:lnSpc>
                <a:spcPct val="100000"/>
              </a:lnSpc>
              <a:spcBef>
                <a:spcPts val="480"/>
              </a:spcBef>
              <a:spcAft>
                <a:spcPts val="0"/>
              </a:spcAft>
              <a:buSzPts val="2400"/>
              <a:buChar char="•"/>
              <a:defRPr sz="1050">
                <a:latin typeface="Helvetica Neue"/>
                <a:ea typeface="Helvetica Neue"/>
                <a:cs typeface="Helvetica Neue"/>
                <a:sym typeface="Helvetica Neue"/>
              </a:defRPr>
            </a:lvl3pPr>
            <a:lvl4pPr indent="-355600" lvl="3" marL="1828800" algn="l">
              <a:lnSpc>
                <a:spcPct val="100000"/>
              </a:lnSpc>
              <a:spcBef>
                <a:spcPts val="400"/>
              </a:spcBef>
              <a:spcAft>
                <a:spcPts val="0"/>
              </a:spcAft>
              <a:buSzPts val="2000"/>
              <a:buChar char="–"/>
              <a:defRPr sz="900">
                <a:latin typeface="Helvetica Neue"/>
                <a:ea typeface="Helvetica Neue"/>
                <a:cs typeface="Helvetica Neue"/>
                <a:sym typeface="Helvetica Neue"/>
              </a:defRPr>
            </a:lvl4pPr>
            <a:lvl5pPr indent="-355600" lvl="4" marL="2286000" algn="l">
              <a:lnSpc>
                <a:spcPct val="100000"/>
              </a:lnSpc>
              <a:spcBef>
                <a:spcPts val="400"/>
              </a:spcBef>
              <a:spcAft>
                <a:spcPts val="0"/>
              </a:spcAft>
              <a:buSzPts val="2000"/>
              <a:buChar char="»"/>
              <a:defRPr sz="900">
                <a:latin typeface="Helvetica Neue"/>
                <a:ea typeface="Helvetica Neue"/>
                <a:cs typeface="Helvetica Neue"/>
                <a:sym typeface="Helvetica Neue"/>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2348" name="Google Shape;2348;p34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40"/>
              </a:spcBef>
              <a:spcAft>
                <a:spcPts val="0"/>
              </a:spcAft>
              <a:buSzPts val="32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SzPts val="2000"/>
              <a:buChar char="»"/>
              <a:defRPr b="1">
                <a:solidFill>
                  <a:srgbClr val="1C1573"/>
                </a:solidFill>
                <a:latin typeface="Helvetica Neue"/>
                <a:ea typeface="Helvetica Neue"/>
                <a:cs typeface="Helvetica Neue"/>
                <a:sym typeface="Helvetica Neue"/>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355" name="Shape 2355"/>
        <p:cNvGrpSpPr/>
        <p:nvPr/>
      </p:nvGrpSpPr>
      <p:grpSpPr>
        <a:xfrm>
          <a:off x="0" y="0"/>
          <a:ext cx="0" cy="0"/>
          <a:chOff x="0" y="0"/>
          <a:chExt cx="0" cy="0"/>
        </a:xfrm>
      </p:grpSpPr>
      <p:sp>
        <p:nvSpPr>
          <p:cNvPr id="2356" name="Google Shape;2356;p98"/>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Times New Roman"/>
                <a:ea typeface="Times New Roman"/>
                <a:cs typeface="Times New Roman"/>
                <a:sym typeface="Times New Roman"/>
              </a:defRPr>
            </a:lvl1pPr>
            <a:lvl2pPr indent="-330200" lvl="1" marL="914400" marR="0" algn="l">
              <a:lnSpc>
                <a:spcPct val="100000"/>
              </a:lnSpc>
              <a:spcBef>
                <a:spcPts val="320"/>
              </a:spcBef>
              <a:spcAft>
                <a:spcPts val="0"/>
              </a:spcAft>
              <a:buClr>
                <a:schemeClr val="dk1"/>
              </a:buClr>
              <a:buSzPts val="1600"/>
              <a:buFont typeface="Arial"/>
              <a:buChar char="–"/>
              <a:defRPr sz="1600">
                <a:latin typeface="Times New Roman"/>
                <a:ea typeface="Times New Roman"/>
                <a:cs typeface="Times New Roman"/>
                <a:sym typeface="Times New Roman"/>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7" name="Google Shape;2357;p98"/>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grpSp>
        <p:nvGrpSpPr>
          <p:cNvPr id="2358" name="Google Shape;2358;p98"/>
          <p:cNvGrpSpPr/>
          <p:nvPr/>
        </p:nvGrpSpPr>
        <p:grpSpPr>
          <a:xfrm>
            <a:off x="2083888" y="6550671"/>
            <a:ext cx="7060112" cy="48665"/>
            <a:chOff x="2083888" y="6550671"/>
            <a:chExt cx="7060112" cy="48665"/>
          </a:xfrm>
        </p:grpSpPr>
        <p:sp>
          <p:nvSpPr>
            <p:cNvPr id="2359" name="Google Shape;2359;p98"/>
            <p:cNvSpPr/>
            <p:nvPr/>
          </p:nvSpPr>
          <p:spPr>
            <a:xfrm>
              <a:off x="4630476" y="6550672"/>
              <a:ext cx="2328591" cy="48664"/>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0" name="Google Shape;2360;p98"/>
            <p:cNvSpPr/>
            <p:nvPr/>
          </p:nvSpPr>
          <p:spPr>
            <a:xfrm>
              <a:off x="6907874" y="6550671"/>
              <a:ext cx="2236126" cy="45719"/>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1" name="Google Shape;2361;p98"/>
            <p:cNvSpPr/>
            <p:nvPr/>
          </p:nvSpPr>
          <p:spPr>
            <a:xfrm>
              <a:off x="2083888" y="6550672"/>
              <a:ext cx="2580680" cy="48664"/>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pic>
        <p:nvPicPr>
          <p:cNvPr descr="Picture 7.png" id="2362" name="Google Shape;2362;p98"/>
          <p:cNvPicPr preferRelativeResize="0"/>
          <p:nvPr/>
        </p:nvPicPr>
        <p:blipFill rotWithShape="1">
          <a:blip r:embed="rId2">
            <a:alphaModFix/>
          </a:blip>
          <a:srcRect b="5334" l="1923" r="0" t="0"/>
          <a:stretch/>
        </p:blipFill>
        <p:spPr>
          <a:xfrm>
            <a:off x="6629400" y="-1"/>
            <a:ext cx="2193193" cy="692697"/>
          </a:xfrm>
          <a:prstGeom prst="rect">
            <a:avLst/>
          </a:prstGeom>
          <a:noFill/>
          <a:ln>
            <a:noFill/>
          </a:ln>
        </p:spPr>
      </p:pic>
      <p:grpSp>
        <p:nvGrpSpPr>
          <p:cNvPr id="2363" name="Google Shape;2363;p98"/>
          <p:cNvGrpSpPr/>
          <p:nvPr/>
        </p:nvGrpSpPr>
        <p:grpSpPr>
          <a:xfrm>
            <a:off x="2133600" y="6558112"/>
            <a:ext cx="7010400" cy="45719"/>
            <a:chOff x="1905000" y="6553200"/>
            <a:chExt cx="7010400" cy="45719"/>
          </a:xfrm>
        </p:grpSpPr>
        <p:sp>
          <p:nvSpPr>
            <p:cNvPr id="2364" name="Google Shape;2364;p98"/>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5" name="Google Shape;2365;p9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6" name="Google Shape;2366;p98"/>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2367" name="Google Shape;2367;p98"/>
          <p:cNvGrpSpPr/>
          <p:nvPr/>
        </p:nvGrpSpPr>
        <p:grpSpPr>
          <a:xfrm>
            <a:off x="0" y="1295400"/>
            <a:ext cx="7010400" cy="45719"/>
            <a:chOff x="1905000" y="6553200"/>
            <a:chExt cx="7010400" cy="45719"/>
          </a:xfrm>
        </p:grpSpPr>
        <p:sp>
          <p:nvSpPr>
            <p:cNvPr id="2368" name="Google Shape;2368;p98"/>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9" name="Google Shape;2369;p9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70" name="Google Shape;2370;p98"/>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2371" name="Google Shape;2371;p98"/>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2" name="Google Shape;2372;p9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3" name="Google Shape;2373;p98"/>
          <p:cNvSpPr txBox="1"/>
          <p:nvPr>
            <p:ph idx="12" type="sldNum"/>
          </p:nvPr>
        </p:nvSpPr>
        <p:spPr>
          <a:xfrm>
            <a:off x="7010400" y="6101551"/>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74" name="Shape 2374"/>
        <p:cNvGrpSpPr/>
        <p:nvPr/>
      </p:nvGrpSpPr>
      <p:grpSpPr>
        <a:xfrm>
          <a:off x="0" y="0"/>
          <a:ext cx="0" cy="0"/>
          <a:chOff x="0" y="0"/>
          <a:chExt cx="0" cy="0"/>
        </a:xfrm>
      </p:grpSpPr>
      <p:sp>
        <p:nvSpPr>
          <p:cNvPr id="2375" name="Google Shape;2375;p350"/>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6" name="Google Shape;2376;p350"/>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77" name="Google Shape;2377;p350"/>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8" name="Google Shape;2378;p35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9" name="Google Shape;2379;p350"/>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80" name="Shape 2380"/>
        <p:cNvGrpSpPr/>
        <p:nvPr/>
      </p:nvGrpSpPr>
      <p:grpSpPr>
        <a:xfrm>
          <a:off x="0" y="0"/>
          <a:ext cx="0" cy="0"/>
          <a:chOff x="0" y="0"/>
          <a:chExt cx="0" cy="0"/>
        </a:xfrm>
      </p:grpSpPr>
      <p:sp>
        <p:nvSpPr>
          <p:cNvPr id="2381" name="Google Shape;2381;p3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2" name="Google Shape;2382;p35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3" name="Google Shape;2383;p351"/>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4" name="Google Shape;2384;p35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5" name="Google Shape;2385;p351"/>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86" name="Shape 2386"/>
        <p:cNvGrpSpPr/>
        <p:nvPr/>
      </p:nvGrpSpPr>
      <p:grpSpPr>
        <a:xfrm>
          <a:off x="0" y="0"/>
          <a:ext cx="0" cy="0"/>
          <a:chOff x="0" y="0"/>
          <a:chExt cx="0" cy="0"/>
        </a:xfrm>
      </p:grpSpPr>
      <p:sp>
        <p:nvSpPr>
          <p:cNvPr id="2387" name="Google Shape;2387;p352"/>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8" name="Google Shape;2388;p352"/>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389" name="Google Shape;2389;p352"/>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0" name="Google Shape;2390;p35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1" name="Google Shape;2391;p352"/>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92" name="Shape 2392"/>
        <p:cNvGrpSpPr/>
        <p:nvPr/>
      </p:nvGrpSpPr>
      <p:grpSpPr>
        <a:xfrm>
          <a:off x="0" y="0"/>
          <a:ext cx="0" cy="0"/>
          <a:chOff x="0" y="0"/>
          <a:chExt cx="0" cy="0"/>
        </a:xfrm>
      </p:grpSpPr>
      <p:sp>
        <p:nvSpPr>
          <p:cNvPr id="2393" name="Google Shape;2393;p35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4" name="Google Shape;2394;p353"/>
          <p:cNvSpPr txBox="1"/>
          <p:nvPr>
            <p:ph idx="1" type="body"/>
          </p:nvPr>
        </p:nvSpPr>
        <p:spPr>
          <a:xfrm>
            <a:off x="471487" y="1825625"/>
            <a:ext cx="2900363"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5" name="Google Shape;2395;p353"/>
          <p:cNvSpPr txBox="1"/>
          <p:nvPr>
            <p:ph idx="2" type="body"/>
          </p:nvPr>
        </p:nvSpPr>
        <p:spPr>
          <a:xfrm>
            <a:off x="3486150" y="1825625"/>
            <a:ext cx="2900363"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6" name="Google Shape;2396;p353"/>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7" name="Google Shape;2397;p3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8" name="Google Shape;2398;p353"/>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99" name="Shape 2399"/>
        <p:cNvGrpSpPr/>
        <p:nvPr/>
      </p:nvGrpSpPr>
      <p:grpSpPr>
        <a:xfrm>
          <a:off x="0" y="0"/>
          <a:ext cx="0" cy="0"/>
          <a:chOff x="0" y="0"/>
          <a:chExt cx="0" cy="0"/>
        </a:xfrm>
      </p:grpSpPr>
      <p:sp>
        <p:nvSpPr>
          <p:cNvPr id="2400" name="Google Shape;2400;p354"/>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1" name="Google Shape;2401;p354"/>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02" name="Google Shape;2402;p354"/>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3" name="Google Shape;2403;p354"/>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04" name="Google Shape;2404;p354"/>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5" name="Google Shape;2405;p354"/>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6" name="Google Shape;2406;p3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7" name="Google Shape;2407;p354"/>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08" name="Shape 2408"/>
        <p:cNvGrpSpPr/>
        <p:nvPr/>
      </p:nvGrpSpPr>
      <p:grpSpPr>
        <a:xfrm>
          <a:off x="0" y="0"/>
          <a:ext cx="0" cy="0"/>
          <a:chOff x="0" y="0"/>
          <a:chExt cx="0" cy="0"/>
        </a:xfrm>
      </p:grpSpPr>
      <p:sp>
        <p:nvSpPr>
          <p:cNvPr id="2409" name="Google Shape;2409;p35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0" name="Google Shape;2410;p355"/>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1" name="Google Shape;2411;p3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2" name="Google Shape;2412;p355"/>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13" name="Shape 2413"/>
        <p:cNvGrpSpPr/>
        <p:nvPr/>
      </p:nvGrpSpPr>
      <p:grpSpPr>
        <a:xfrm>
          <a:off x="0" y="0"/>
          <a:ext cx="0" cy="0"/>
          <a:chOff x="0" y="0"/>
          <a:chExt cx="0" cy="0"/>
        </a:xfrm>
      </p:grpSpPr>
      <p:sp>
        <p:nvSpPr>
          <p:cNvPr id="2414" name="Google Shape;2414;p356"/>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5" name="Google Shape;2415;p3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6" name="Google Shape;2416;p356"/>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417" name="Shape 2417"/>
        <p:cNvGrpSpPr/>
        <p:nvPr/>
      </p:nvGrpSpPr>
      <p:grpSpPr>
        <a:xfrm>
          <a:off x="0" y="0"/>
          <a:ext cx="0" cy="0"/>
          <a:chOff x="0" y="0"/>
          <a:chExt cx="0" cy="0"/>
        </a:xfrm>
      </p:grpSpPr>
      <p:sp>
        <p:nvSpPr>
          <p:cNvPr id="2418" name="Google Shape;2418;p357"/>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9" name="Google Shape;2419;p357"/>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420" name="Google Shape;2420;p357"/>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421" name="Google Shape;2421;p357"/>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2" name="Google Shape;2422;p3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3" name="Google Shape;2423;p357"/>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24" name="Shape 2424"/>
        <p:cNvGrpSpPr/>
        <p:nvPr/>
      </p:nvGrpSpPr>
      <p:grpSpPr>
        <a:xfrm>
          <a:off x="0" y="0"/>
          <a:ext cx="0" cy="0"/>
          <a:chOff x="0" y="0"/>
          <a:chExt cx="0" cy="0"/>
        </a:xfrm>
      </p:grpSpPr>
      <p:sp>
        <p:nvSpPr>
          <p:cNvPr id="2425" name="Google Shape;2425;p35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6" name="Google Shape;2426;p358"/>
          <p:cNvSpPr/>
          <p:nvPr>
            <p:ph idx="2" type="pic"/>
          </p:nvPr>
        </p:nvSpPr>
        <p:spPr>
          <a:xfrm>
            <a:off x="3887391" y="987426"/>
            <a:ext cx="4629150" cy="4873625"/>
          </a:xfrm>
          <a:prstGeom prst="rect">
            <a:avLst/>
          </a:prstGeom>
          <a:noFill/>
          <a:ln>
            <a:noFill/>
          </a:ln>
        </p:spPr>
      </p:sp>
      <p:sp>
        <p:nvSpPr>
          <p:cNvPr id="2427" name="Google Shape;2427;p358"/>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428" name="Google Shape;2428;p358"/>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9" name="Google Shape;2429;p3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0" name="Google Shape;2430;p358"/>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1" name="Shape 2431"/>
        <p:cNvGrpSpPr/>
        <p:nvPr/>
      </p:nvGrpSpPr>
      <p:grpSpPr>
        <a:xfrm>
          <a:off x="0" y="0"/>
          <a:ext cx="0" cy="0"/>
          <a:chOff x="0" y="0"/>
          <a:chExt cx="0" cy="0"/>
        </a:xfrm>
      </p:grpSpPr>
      <p:sp>
        <p:nvSpPr>
          <p:cNvPr id="2432" name="Google Shape;2432;p35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3" name="Google Shape;2433;p359"/>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4" name="Google Shape;2434;p359"/>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5" name="Google Shape;2435;p3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6" name="Google Shape;2436;p359"/>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37" name="Shape 2437"/>
        <p:cNvGrpSpPr/>
        <p:nvPr/>
      </p:nvGrpSpPr>
      <p:grpSpPr>
        <a:xfrm>
          <a:off x="0" y="0"/>
          <a:ext cx="0" cy="0"/>
          <a:chOff x="0" y="0"/>
          <a:chExt cx="0" cy="0"/>
        </a:xfrm>
      </p:grpSpPr>
      <p:sp>
        <p:nvSpPr>
          <p:cNvPr id="2438" name="Google Shape;2438;p360"/>
          <p:cNvSpPr txBox="1"/>
          <p:nvPr>
            <p:ph type="title"/>
          </p:nvPr>
        </p:nvSpPr>
        <p:spPr>
          <a:xfrm rot="5400000">
            <a:off x="2741216" y="2531666"/>
            <a:ext cx="5811838"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9" name="Google Shape;2439;p360"/>
          <p:cNvSpPr txBox="1"/>
          <p:nvPr>
            <p:ph idx="1" type="body"/>
          </p:nvPr>
        </p:nvSpPr>
        <p:spPr>
          <a:xfrm rot="5400000">
            <a:off x="-273446" y="1110059"/>
            <a:ext cx="5811838" cy="432196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0" name="Google Shape;2440;p360"/>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1" name="Google Shape;2441;p3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2" name="Google Shape;2442;p360"/>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bg>
      <p:bgPr>
        <a:blipFill>
          <a:blip r:embed="rId2">
            <a:alphaModFix/>
          </a:blip>
          <a:stretch>
            <a:fillRect/>
          </a:stretch>
        </a:blipFill>
      </p:bgPr>
    </p:bg>
    <p:spTree>
      <p:nvGrpSpPr>
        <p:cNvPr id="2443" name="Shape 2443"/>
        <p:cNvGrpSpPr/>
        <p:nvPr/>
      </p:nvGrpSpPr>
      <p:grpSpPr>
        <a:xfrm>
          <a:off x="0" y="0"/>
          <a:ext cx="0" cy="0"/>
          <a:chOff x="0" y="0"/>
          <a:chExt cx="0" cy="0"/>
        </a:xfrm>
      </p:grpSpPr>
      <p:sp>
        <p:nvSpPr>
          <p:cNvPr id="2444" name="Google Shape;2444;p361"/>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Arial"/>
              <a:ea typeface="Arial"/>
              <a:cs typeface="Arial"/>
              <a:sym typeface="Arial"/>
            </a:endParaRPr>
          </a:p>
        </p:txBody>
      </p:sp>
      <p:sp>
        <p:nvSpPr>
          <p:cNvPr id="2445" name="Google Shape;2445;p361"/>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2446" name="Google Shape;2446;p361"/>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sp>
        <p:nvSpPr>
          <p:cNvPr id="2447" name="Google Shape;2447;p361"/>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Calibri"/>
              <a:ea typeface="Calibri"/>
              <a:cs typeface="Calibri"/>
              <a:sym typeface="Calibri"/>
            </a:endParaRPr>
          </a:p>
        </p:txBody>
      </p:sp>
      <p:pic>
        <p:nvPicPr>
          <p:cNvPr descr="BITS_university_logo_whitevert.png" id="2448" name="Google Shape;2448;p361"/>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grpSp>
        <p:nvGrpSpPr>
          <p:cNvPr id="2449" name="Google Shape;2449;p361"/>
          <p:cNvGrpSpPr/>
          <p:nvPr/>
        </p:nvGrpSpPr>
        <p:grpSpPr>
          <a:xfrm>
            <a:off x="-76200" y="5257801"/>
            <a:ext cx="2209800" cy="651821"/>
            <a:chOff x="76200" y="2209800"/>
            <a:chExt cx="2209800" cy="651821"/>
          </a:xfrm>
        </p:grpSpPr>
        <p:sp>
          <p:nvSpPr>
            <p:cNvPr id="2450" name="Google Shape;2450;p361"/>
            <p:cNvSpPr txBox="1"/>
            <p:nvPr/>
          </p:nvSpPr>
          <p:spPr>
            <a:xfrm>
              <a:off x="76200" y="2209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451" name="Google Shape;2451;p361"/>
            <p:cNvSpPr txBox="1"/>
            <p:nvPr/>
          </p:nvSpPr>
          <p:spPr>
            <a:xfrm>
              <a:off x="228600" y="2665413"/>
              <a:ext cx="1905000" cy="1962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675"/>
                <a:buFont typeface="Arial"/>
                <a:buNone/>
              </a:pPr>
              <a:r>
                <a:rPr b="0" i="0" lang="en-US" sz="675" u="none" cap="none" strike="noStrike">
                  <a:solidFill>
                    <a:srgbClr val="FFFFFF"/>
                  </a:solidFill>
                  <a:latin typeface="Arial"/>
                  <a:ea typeface="Arial"/>
                  <a:cs typeface="Arial"/>
                  <a:sym typeface="Arial"/>
                </a:rPr>
                <a:t>Pilani | Dubai | Goa | Hyderabad</a:t>
              </a:r>
              <a:endParaRPr b="0" i="0" sz="1400" u="none" cap="none" strike="noStrike">
                <a:solidFill>
                  <a:srgbClr val="000000"/>
                </a:solidFill>
                <a:latin typeface="Arial"/>
                <a:ea typeface="Arial"/>
                <a:cs typeface="Arial"/>
                <a:sym typeface="Arial"/>
              </a:endParaRPr>
            </a:p>
          </p:txBody>
        </p:sp>
      </p:grpSp>
      <p:sp>
        <p:nvSpPr>
          <p:cNvPr id="2452" name="Google Shape;2452;p361"/>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350"/>
              <a:buNone/>
              <a:defRPr sz="135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3" name="Google Shape;2453;p361"/>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Clr>
                <a:schemeClr val="lt1"/>
              </a:buClr>
              <a:buSzPts val="3300"/>
              <a:buFont typeface="Calibri"/>
              <a:buNone/>
              <a:defRPr sz="3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54" name="Shape 2454"/>
        <p:cNvGrpSpPr/>
        <p:nvPr/>
      </p:nvGrpSpPr>
      <p:grpSpPr>
        <a:xfrm>
          <a:off x="0" y="0"/>
          <a:ext cx="0" cy="0"/>
          <a:chOff x="0" y="0"/>
          <a:chExt cx="0" cy="0"/>
        </a:xfrm>
      </p:grpSpPr>
      <p:sp>
        <p:nvSpPr>
          <p:cNvPr id="2455" name="Google Shape;2455;p362"/>
          <p:cNvSpPr txBox="1"/>
          <p:nvPr>
            <p:ph type="title"/>
          </p:nvPr>
        </p:nvSpPr>
        <p:spPr>
          <a:xfrm>
            <a:off x="381000" y="152400"/>
            <a:ext cx="8280400" cy="533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6" name="Google Shape;2456;p362"/>
          <p:cNvSpPr txBox="1"/>
          <p:nvPr>
            <p:ph idx="1" type="body"/>
          </p:nvPr>
        </p:nvSpPr>
        <p:spPr>
          <a:xfrm>
            <a:off x="411163" y="1143000"/>
            <a:ext cx="4083050" cy="5181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7" name="Google Shape;2457;p362"/>
          <p:cNvSpPr txBox="1"/>
          <p:nvPr>
            <p:ph idx="2" type="body"/>
          </p:nvPr>
        </p:nvSpPr>
        <p:spPr>
          <a:xfrm>
            <a:off x="4646613" y="1143000"/>
            <a:ext cx="4083050" cy="5181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2458" name="Shape 2458"/>
        <p:cNvGrpSpPr/>
        <p:nvPr/>
      </p:nvGrpSpPr>
      <p:grpSpPr>
        <a:xfrm>
          <a:off x="0" y="0"/>
          <a:ext cx="0" cy="0"/>
          <a:chOff x="0" y="0"/>
          <a:chExt cx="0" cy="0"/>
        </a:xfrm>
      </p:grpSpPr>
      <p:sp>
        <p:nvSpPr>
          <p:cNvPr id="2459" name="Google Shape;2459;p363"/>
          <p:cNvSpPr txBox="1"/>
          <p:nvPr>
            <p:ph type="title"/>
          </p:nvPr>
        </p:nvSpPr>
        <p:spPr>
          <a:xfrm>
            <a:off x="152400" y="304800"/>
            <a:ext cx="8763000" cy="609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0" name="Google Shape;2460;p363"/>
          <p:cNvSpPr txBox="1"/>
          <p:nvPr>
            <p:ph idx="1" type="body"/>
          </p:nvPr>
        </p:nvSpPr>
        <p:spPr>
          <a:xfrm>
            <a:off x="304800" y="1295400"/>
            <a:ext cx="4114800" cy="5181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1" name="Google Shape;2461;p363"/>
          <p:cNvSpPr txBox="1"/>
          <p:nvPr>
            <p:ph idx="2" type="body"/>
          </p:nvPr>
        </p:nvSpPr>
        <p:spPr>
          <a:xfrm>
            <a:off x="4572000" y="1295400"/>
            <a:ext cx="4114800" cy="251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2" name="Google Shape;2462;p363"/>
          <p:cNvSpPr txBox="1"/>
          <p:nvPr>
            <p:ph idx="3" type="body"/>
          </p:nvPr>
        </p:nvSpPr>
        <p:spPr>
          <a:xfrm>
            <a:off x="4572000" y="3962400"/>
            <a:ext cx="4114800" cy="251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3" name="Google Shape;2463;p363"/>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464" name="Shape 2464"/>
        <p:cNvGrpSpPr/>
        <p:nvPr/>
      </p:nvGrpSpPr>
      <p:grpSpPr>
        <a:xfrm>
          <a:off x="0" y="0"/>
          <a:ext cx="0" cy="0"/>
          <a:chOff x="0" y="0"/>
          <a:chExt cx="0" cy="0"/>
        </a:xfrm>
      </p:grpSpPr>
      <p:pic>
        <p:nvPicPr>
          <p:cNvPr id="2465" name="Google Shape;2465;p36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66" name="Google Shape;2466;p36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67" name="Google Shape;2467;p36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68" name="Google Shape;2468;p364"/>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9" name="Google Shape;2469;p36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0" name="Google Shape;2470;p36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471" name="Shape 2471"/>
        <p:cNvGrpSpPr/>
        <p:nvPr/>
      </p:nvGrpSpPr>
      <p:grpSpPr>
        <a:xfrm>
          <a:off x="0" y="0"/>
          <a:ext cx="0" cy="0"/>
          <a:chOff x="0" y="0"/>
          <a:chExt cx="0" cy="0"/>
        </a:xfrm>
      </p:grpSpPr>
      <p:pic>
        <p:nvPicPr>
          <p:cNvPr id="2472" name="Google Shape;2472;p36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73" name="Google Shape;2473;p36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74" name="Google Shape;2474;p36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75" name="Google Shape;2475;p365"/>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6" name="Google Shape;2476;p36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7" name="Google Shape;2477;p36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2478" name="Shape 2478"/>
        <p:cNvGrpSpPr/>
        <p:nvPr/>
      </p:nvGrpSpPr>
      <p:grpSpPr>
        <a:xfrm>
          <a:off x="0" y="0"/>
          <a:ext cx="0" cy="0"/>
          <a:chOff x="0" y="0"/>
          <a:chExt cx="0" cy="0"/>
        </a:xfrm>
      </p:grpSpPr>
      <p:pic>
        <p:nvPicPr>
          <p:cNvPr id="2479" name="Google Shape;2479;p36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80" name="Google Shape;2480;p36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81" name="Google Shape;2481;p36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82" name="Google Shape;2482;p366"/>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3" name="Google Shape;2483;p36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4" name="Google Shape;2484;p36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2485" name="Shape 2485"/>
        <p:cNvGrpSpPr/>
        <p:nvPr/>
      </p:nvGrpSpPr>
      <p:grpSpPr>
        <a:xfrm>
          <a:off x="0" y="0"/>
          <a:ext cx="0" cy="0"/>
          <a:chOff x="0" y="0"/>
          <a:chExt cx="0" cy="0"/>
        </a:xfrm>
      </p:grpSpPr>
      <p:pic>
        <p:nvPicPr>
          <p:cNvPr id="2486" name="Google Shape;2486;p36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87" name="Google Shape;2487;p36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88" name="Google Shape;2488;p36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89" name="Google Shape;2489;p367"/>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0" name="Google Shape;2490;p36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1" name="Google Shape;2491;p36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2492" name="Shape 2492"/>
        <p:cNvGrpSpPr/>
        <p:nvPr/>
      </p:nvGrpSpPr>
      <p:grpSpPr>
        <a:xfrm>
          <a:off x="0" y="0"/>
          <a:ext cx="0" cy="0"/>
          <a:chOff x="0" y="0"/>
          <a:chExt cx="0" cy="0"/>
        </a:xfrm>
      </p:grpSpPr>
      <p:pic>
        <p:nvPicPr>
          <p:cNvPr id="2493" name="Google Shape;2493;p36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94" name="Google Shape;2494;p36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95" name="Google Shape;2495;p36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96" name="Google Shape;2496;p368"/>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7" name="Google Shape;2497;p36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8" name="Google Shape;2498;p36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2499" name="Shape 2499"/>
        <p:cNvGrpSpPr/>
        <p:nvPr/>
      </p:nvGrpSpPr>
      <p:grpSpPr>
        <a:xfrm>
          <a:off x="0" y="0"/>
          <a:ext cx="0" cy="0"/>
          <a:chOff x="0" y="0"/>
          <a:chExt cx="0" cy="0"/>
        </a:xfrm>
      </p:grpSpPr>
      <p:pic>
        <p:nvPicPr>
          <p:cNvPr id="2500" name="Google Shape;2500;p36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01" name="Google Shape;2501;p36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02" name="Google Shape;2502;p36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03" name="Google Shape;2503;p369"/>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4" name="Google Shape;2504;p36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5" name="Google Shape;2505;p36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2506" name="Shape 2506"/>
        <p:cNvGrpSpPr/>
        <p:nvPr/>
      </p:nvGrpSpPr>
      <p:grpSpPr>
        <a:xfrm>
          <a:off x="0" y="0"/>
          <a:ext cx="0" cy="0"/>
          <a:chOff x="0" y="0"/>
          <a:chExt cx="0" cy="0"/>
        </a:xfrm>
      </p:grpSpPr>
      <p:pic>
        <p:nvPicPr>
          <p:cNvPr id="2507" name="Google Shape;2507;p37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08" name="Google Shape;2508;p37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09" name="Google Shape;2509;p37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10" name="Google Shape;2510;p370"/>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1" name="Google Shape;2511;p37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2" name="Google Shape;2512;p37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p:cSld name="9_Title and Content">
    <p:spTree>
      <p:nvGrpSpPr>
        <p:cNvPr id="2513" name="Shape 2513"/>
        <p:cNvGrpSpPr/>
        <p:nvPr/>
      </p:nvGrpSpPr>
      <p:grpSpPr>
        <a:xfrm>
          <a:off x="0" y="0"/>
          <a:ext cx="0" cy="0"/>
          <a:chOff x="0" y="0"/>
          <a:chExt cx="0" cy="0"/>
        </a:xfrm>
      </p:grpSpPr>
      <p:pic>
        <p:nvPicPr>
          <p:cNvPr id="2514" name="Google Shape;2514;p37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15" name="Google Shape;2515;p37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16" name="Google Shape;2516;p37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17" name="Google Shape;2517;p371"/>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8" name="Google Shape;2518;p37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9" name="Google Shape;2519;p37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2520" name="Shape 2520"/>
        <p:cNvGrpSpPr/>
        <p:nvPr/>
      </p:nvGrpSpPr>
      <p:grpSpPr>
        <a:xfrm>
          <a:off x="0" y="0"/>
          <a:ext cx="0" cy="0"/>
          <a:chOff x="0" y="0"/>
          <a:chExt cx="0" cy="0"/>
        </a:xfrm>
      </p:grpSpPr>
      <p:pic>
        <p:nvPicPr>
          <p:cNvPr id="2521" name="Google Shape;2521;p37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22" name="Google Shape;2522;p37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23" name="Google Shape;2523;p37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24" name="Google Shape;2524;p372"/>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5" name="Google Shape;2525;p37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6" name="Google Shape;2526;p37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2527" name="Shape 2527"/>
        <p:cNvGrpSpPr/>
        <p:nvPr/>
      </p:nvGrpSpPr>
      <p:grpSpPr>
        <a:xfrm>
          <a:off x="0" y="0"/>
          <a:ext cx="0" cy="0"/>
          <a:chOff x="0" y="0"/>
          <a:chExt cx="0" cy="0"/>
        </a:xfrm>
      </p:grpSpPr>
      <p:pic>
        <p:nvPicPr>
          <p:cNvPr id="2528" name="Google Shape;2528;p37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29" name="Google Shape;2529;p37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30" name="Google Shape;2530;p37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31" name="Google Shape;2531;p373"/>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2" name="Google Shape;2532;p37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3" name="Google Shape;2533;p37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2534" name="Shape 2534"/>
        <p:cNvGrpSpPr/>
        <p:nvPr/>
      </p:nvGrpSpPr>
      <p:grpSpPr>
        <a:xfrm>
          <a:off x="0" y="0"/>
          <a:ext cx="0" cy="0"/>
          <a:chOff x="0" y="0"/>
          <a:chExt cx="0" cy="0"/>
        </a:xfrm>
      </p:grpSpPr>
      <p:pic>
        <p:nvPicPr>
          <p:cNvPr id="2535" name="Google Shape;2535;p37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36" name="Google Shape;2536;p37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37" name="Google Shape;2537;p37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38" name="Google Shape;2538;p374"/>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9" name="Google Shape;2539;p37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0" name="Google Shape;2540;p37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2541" name="Shape 2541"/>
        <p:cNvGrpSpPr/>
        <p:nvPr/>
      </p:nvGrpSpPr>
      <p:grpSpPr>
        <a:xfrm>
          <a:off x="0" y="0"/>
          <a:ext cx="0" cy="0"/>
          <a:chOff x="0" y="0"/>
          <a:chExt cx="0" cy="0"/>
        </a:xfrm>
      </p:grpSpPr>
      <p:pic>
        <p:nvPicPr>
          <p:cNvPr id="2542" name="Google Shape;2542;p37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43" name="Google Shape;2543;p37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44" name="Google Shape;2544;p37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45" name="Google Shape;2545;p375"/>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6" name="Google Shape;2546;p37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7" name="Google Shape;2547;p37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2548" name="Shape 2548"/>
        <p:cNvGrpSpPr/>
        <p:nvPr/>
      </p:nvGrpSpPr>
      <p:grpSpPr>
        <a:xfrm>
          <a:off x="0" y="0"/>
          <a:ext cx="0" cy="0"/>
          <a:chOff x="0" y="0"/>
          <a:chExt cx="0" cy="0"/>
        </a:xfrm>
      </p:grpSpPr>
      <p:pic>
        <p:nvPicPr>
          <p:cNvPr id="2549" name="Google Shape;2549;p37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50" name="Google Shape;2550;p37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51" name="Google Shape;2551;p37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52" name="Google Shape;2552;p376"/>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3" name="Google Shape;2553;p37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4" name="Google Shape;2554;p37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2555" name="Shape 2555"/>
        <p:cNvGrpSpPr/>
        <p:nvPr/>
      </p:nvGrpSpPr>
      <p:grpSpPr>
        <a:xfrm>
          <a:off x="0" y="0"/>
          <a:ext cx="0" cy="0"/>
          <a:chOff x="0" y="0"/>
          <a:chExt cx="0" cy="0"/>
        </a:xfrm>
      </p:grpSpPr>
      <p:pic>
        <p:nvPicPr>
          <p:cNvPr id="2556" name="Google Shape;2556;p37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57" name="Google Shape;2557;p37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58" name="Google Shape;2558;p37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59" name="Google Shape;2559;p377"/>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0" name="Google Shape;2560;p37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1" name="Google Shape;2561;p37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2562" name="Shape 2562"/>
        <p:cNvGrpSpPr/>
        <p:nvPr/>
      </p:nvGrpSpPr>
      <p:grpSpPr>
        <a:xfrm>
          <a:off x="0" y="0"/>
          <a:ext cx="0" cy="0"/>
          <a:chOff x="0" y="0"/>
          <a:chExt cx="0" cy="0"/>
        </a:xfrm>
      </p:grpSpPr>
      <p:pic>
        <p:nvPicPr>
          <p:cNvPr id="2563" name="Google Shape;2563;p37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64" name="Google Shape;2564;p37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65" name="Google Shape;2565;p37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66" name="Google Shape;2566;p378"/>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7" name="Google Shape;2567;p37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8" name="Google Shape;2568;p37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2569" name="Shape 2569"/>
        <p:cNvGrpSpPr/>
        <p:nvPr/>
      </p:nvGrpSpPr>
      <p:grpSpPr>
        <a:xfrm>
          <a:off x="0" y="0"/>
          <a:ext cx="0" cy="0"/>
          <a:chOff x="0" y="0"/>
          <a:chExt cx="0" cy="0"/>
        </a:xfrm>
      </p:grpSpPr>
      <p:pic>
        <p:nvPicPr>
          <p:cNvPr id="2570" name="Google Shape;2570;p37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71" name="Google Shape;2571;p37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72" name="Google Shape;2572;p37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73" name="Google Shape;2573;p379"/>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4" name="Google Shape;2574;p37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5" name="Google Shape;2575;p37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spTree>
      <p:nvGrpSpPr>
        <p:cNvPr id="2576" name="Shape 2576"/>
        <p:cNvGrpSpPr/>
        <p:nvPr/>
      </p:nvGrpSpPr>
      <p:grpSpPr>
        <a:xfrm>
          <a:off x="0" y="0"/>
          <a:ext cx="0" cy="0"/>
          <a:chOff x="0" y="0"/>
          <a:chExt cx="0" cy="0"/>
        </a:xfrm>
      </p:grpSpPr>
      <p:pic>
        <p:nvPicPr>
          <p:cNvPr id="2577" name="Google Shape;2577;p38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78" name="Google Shape;2578;p38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79" name="Google Shape;2579;p38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80" name="Google Shape;2580;p380"/>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81" name="Google Shape;2581;p38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2" name="Google Shape;2582;p38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2583" name="Shape 2583"/>
        <p:cNvGrpSpPr/>
        <p:nvPr/>
      </p:nvGrpSpPr>
      <p:grpSpPr>
        <a:xfrm>
          <a:off x="0" y="0"/>
          <a:ext cx="0" cy="0"/>
          <a:chOff x="0" y="0"/>
          <a:chExt cx="0" cy="0"/>
        </a:xfrm>
      </p:grpSpPr>
      <p:pic>
        <p:nvPicPr>
          <p:cNvPr id="2584" name="Google Shape;2584;p38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85" name="Google Shape;2585;p38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86" name="Google Shape;2586;p38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87" name="Google Shape;2587;p381"/>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88" name="Google Shape;2588;p38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9" name="Google Shape;2589;p38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2590" name="Shape 2590"/>
        <p:cNvGrpSpPr/>
        <p:nvPr/>
      </p:nvGrpSpPr>
      <p:grpSpPr>
        <a:xfrm>
          <a:off x="0" y="0"/>
          <a:ext cx="0" cy="0"/>
          <a:chOff x="0" y="0"/>
          <a:chExt cx="0" cy="0"/>
        </a:xfrm>
      </p:grpSpPr>
      <p:pic>
        <p:nvPicPr>
          <p:cNvPr id="2591" name="Google Shape;2591;p38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92" name="Google Shape;2592;p38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593" name="Google Shape;2593;p38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594" name="Google Shape;2594;p382"/>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5" name="Google Shape;2595;p38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6" name="Google Shape;2596;p38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2597" name="Shape 2597"/>
        <p:cNvGrpSpPr/>
        <p:nvPr/>
      </p:nvGrpSpPr>
      <p:grpSpPr>
        <a:xfrm>
          <a:off x="0" y="0"/>
          <a:ext cx="0" cy="0"/>
          <a:chOff x="0" y="0"/>
          <a:chExt cx="0" cy="0"/>
        </a:xfrm>
      </p:grpSpPr>
      <p:pic>
        <p:nvPicPr>
          <p:cNvPr id="2598" name="Google Shape;2598;p38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599" name="Google Shape;2599;p38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00" name="Google Shape;2600;p38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01" name="Google Shape;2601;p383"/>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2" name="Google Shape;2602;p38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3" name="Google Shape;2603;p38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and Content">
  <p:cSld name="22_Title and Content">
    <p:spTree>
      <p:nvGrpSpPr>
        <p:cNvPr id="2604" name="Shape 2604"/>
        <p:cNvGrpSpPr/>
        <p:nvPr/>
      </p:nvGrpSpPr>
      <p:grpSpPr>
        <a:xfrm>
          <a:off x="0" y="0"/>
          <a:ext cx="0" cy="0"/>
          <a:chOff x="0" y="0"/>
          <a:chExt cx="0" cy="0"/>
        </a:xfrm>
      </p:grpSpPr>
      <p:pic>
        <p:nvPicPr>
          <p:cNvPr id="2605" name="Google Shape;2605;p38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06" name="Google Shape;2606;p38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07" name="Google Shape;2607;p38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08" name="Google Shape;2608;p384"/>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9" name="Google Shape;2609;p38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0" name="Google Shape;2610;p38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itle and Content">
  <p:cSld name="23_Title and Content">
    <p:spTree>
      <p:nvGrpSpPr>
        <p:cNvPr id="2611" name="Shape 2611"/>
        <p:cNvGrpSpPr/>
        <p:nvPr/>
      </p:nvGrpSpPr>
      <p:grpSpPr>
        <a:xfrm>
          <a:off x="0" y="0"/>
          <a:ext cx="0" cy="0"/>
          <a:chOff x="0" y="0"/>
          <a:chExt cx="0" cy="0"/>
        </a:xfrm>
      </p:grpSpPr>
      <p:pic>
        <p:nvPicPr>
          <p:cNvPr id="2612" name="Google Shape;2612;p38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13" name="Google Shape;2613;p38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14" name="Google Shape;2614;p38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15" name="Google Shape;2615;p385"/>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6" name="Google Shape;2616;p38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7" name="Google Shape;2617;p38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itle and Content">
  <p:cSld name="24_Title and Content">
    <p:spTree>
      <p:nvGrpSpPr>
        <p:cNvPr id="2618" name="Shape 2618"/>
        <p:cNvGrpSpPr/>
        <p:nvPr/>
      </p:nvGrpSpPr>
      <p:grpSpPr>
        <a:xfrm>
          <a:off x="0" y="0"/>
          <a:ext cx="0" cy="0"/>
          <a:chOff x="0" y="0"/>
          <a:chExt cx="0" cy="0"/>
        </a:xfrm>
      </p:grpSpPr>
      <p:pic>
        <p:nvPicPr>
          <p:cNvPr id="2619" name="Google Shape;2619;p38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20" name="Google Shape;2620;p38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21" name="Google Shape;2621;p38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22" name="Google Shape;2622;p386"/>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3" name="Google Shape;2623;p38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4" name="Google Shape;2624;p38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itle and Content">
  <p:cSld name="25_Title and Content">
    <p:spTree>
      <p:nvGrpSpPr>
        <p:cNvPr id="2625" name="Shape 2625"/>
        <p:cNvGrpSpPr/>
        <p:nvPr/>
      </p:nvGrpSpPr>
      <p:grpSpPr>
        <a:xfrm>
          <a:off x="0" y="0"/>
          <a:ext cx="0" cy="0"/>
          <a:chOff x="0" y="0"/>
          <a:chExt cx="0" cy="0"/>
        </a:xfrm>
      </p:grpSpPr>
      <p:pic>
        <p:nvPicPr>
          <p:cNvPr id="2626" name="Google Shape;2626;p38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27" name="Google Shape;2627;p38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28" name="Google Shape;2628;p38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29" name="Google Shape;2629;p387"/>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0" name="Google Shape;2630;p38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1" name="Google Shape;2631;p38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and Content">
  <p:cSld name="26_Title and Content">
    <p:spTree>
      <p:nvGrpSpPr>
        <p:cNvPr id="2632" name="Shape 2632"/>
        <p:cNvGrpSpPr/>
        <p:nvPr/>
      </p:nvGrpSpPr>
      <p:grpSpPr>
        <a:xfrm>
          <a:off x="0" y="0"/>
          <a:ext cx="0" cy="0"/>
          <a:chOff x="0" y="0"/>
          <a:chExt cx="0" cy="0"/>
        </a:xfrm>
      </p:grpSpPr>
      <p:pic>
        <p:nvPicPr>
          <p:cNvPr id="2633" name="Google Shape;2633;p38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34" name="Google Shape;2634;p38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35" name="Google Shape;2635;p38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36" name="Google Shape;2636;p388"/>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7" name="Google Shape;2637;p38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8" name="Google Shape;2638;p38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and Content">
  <p:cSld name="27_Title and Content">
    <p:spTree>
      <p:nvGrpSpPr>
        <p:cNvPr id="2639" name="Shape 2639"/>
        <p:cNvGrpSpPr/>
        <p:nvPr/>
      </p:nvGrpSpPr>
      <p:grpSpPr>
        <a:xfrm>
          <a:off x="0" y="0"/>
          <a:ext cx="0" cy="0"/>
          <a:chOff x="0" y="0"/>
          <a:chExt cx="0" cy="0"/>
        </a:xfrm>
      </p:grpSpPr>
      <p:pic>
        <p:nvPicPr>
          <p:cNvPr id="2640" name="Google Shape;2640;p38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41" name="Google Shape;2641;p38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42" name="Google Shape;2642;p38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43" name="Google Shape;2643;p389"/>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4" name="Google Shape;2644;p38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5" name="Google Shape;2645;p38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and Content">
  <p:cSld name="28_Title and Content">
    <p:spTree>
      <p:nvGrpSpPr>
        <p:cNvPr id="2646" name="Shape 2646"/>
        <p:cNvGrpSpPr/>
        <p:nvPr/>
      </p:nvGrpSpPr>
      <p:grpSpPr>
        <a:xfrm>
          <a:off x="0" y="0"/>
          <a:ext cx="0" cy="0"/>
          <a:chOff x="0" y="0"/>
          <a:chExt cx="0" cy="0"/>
        </a:xfrm>
      </p:grpSpPr>
      <p:pic>
        <p:nvPicPr>
          <p:cNvPr id="2647" name="Google Shape;2647;p39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48" name="Google Shape;2648;p39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49" name="Google Shape;2649;p39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50" name="Google Shape;2650;p390"/>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51" name="Google Shape;2651;p39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2" name="Google Shape;2652;p39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and Content">
  <p:cSld name="29_Title and Content">
    <p:spTree>
      <p:nvGrpSpPr>
        <p:cNvPr id="2653" name="Shape 2653"/>
        <p:cNvGrpSpPr/>
        <p:nvPr/>
      </p:nvGrpSpPr>
      <p:grpSpPr>
        <a:xfrm>
          <a:off x="0" y="0"/>
          <a:ext cx="0" cy="0"/>
          <a:chOff x="0" y="0"/>
          <a:chExt cx="0" cy="0"/>
        </a:xfrm>
      </p:grpSpPr>
      <p:pic>
        <p:nvPicPr>
          <p:cNvPr id="2654" name="Google Shape;2654;p39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55" name="Google Shape;2655;p39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56" name="Google Shape;2656;p39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57" name="Google Shape;2657;p391"/>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58" name="Google Shape;2658;p39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9" name="Google Shape;2659;p39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Title and Content">
  <p:cSld name="30_Title and Content">
    <p:spTree>
      <p:nvGrpSpPr>
        <p:cNvPr id="2660" name="Shape 2660"/>
        <p:cNvGrpSpPr/>
        <p:nvPr/>
      </p:nvGrpSpPr>
      <p:grpSpPr>
        <a:xfrm>
          <a:off x="0" y="0"/>
          <a:ext cx="0" cy="0"/>
          <a:chOff x="0" y="0"/>
          <a:chExt cx="0" cy="0"/>
        </a:xfrm>
      </p:grpSpPr>
      <p:pic>
        <p:nvPicPr>
          <p:cNvPr id="2661" name="Google Shape;2661;p39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62" name="Google Shape;2662;p39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63" name="Google Shape;2663;p39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64" name="Google Shape;2664;p392"/>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65" name="Google Shape;2665;p39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6" name="Google Shape;2666;p39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Title and Content">
  <p:cSld name="31_Title and Content">
    <p:spTree>
      <p:nvGrpSpPr>
        <p:cNvPr id="2667" name="Shape 2667"/>
        <p:cNvGrpSpPr/>
        <p:nvPr/>
      </p:nvGrpSpPr>
      <p:grpSpPr>
        <a:xfrm>
          <a:off x="0" y="0"/>
          <a:ext cx="0" cy="0"/>
          <a:chOff x="0" y="0"/>
          <a:chExt cx="0" cy="0"/>
        </a:xfrm>
      </p:grpSpPr>
      <p:pic>
        <p:nvPicPr>
          <p:cNvPr id="2668" name="Google Shape;2668;p39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69" name="Google Shape;2669;p39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70" name="Google Shape;2670;p39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71" name="Google Shape;2671;p393"/>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2" name="Google Shape;2672;p39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3" name="Google Shape;2673;p39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Title and Content">
  <p:cSld name="32_Title and Content">
    <p:spTree>
      <p:nvGrpSpPr>
        <p:cNvPr id="2674" name="Shape 2674"/>
        <p:cNvGrpSpPr/>
        <p:nvPr/>
      </p:nvGrpSpPr>
      <p:grpSpPr>
        <a:xfrm>
          <a:off x="0" y="0"/>
          <a:ext cx="0" cy="0"/>
          <a:chOff x="0" y="0"/>
          <a:chExt cx="0" cy="0"/>
        </a:xfrm>
      </p:grpSpPr>
      <p:pic>
        <p:nvPicPr>
          <p:cNvPr id="2675" name="Google Shape;2675;p39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76" name="Google Shape;2676;p39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77" name="Google Shape;2677;p39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78" name="Google Shape;2678;p394"/>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9" name="Google Shape;2679;p39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0" name="Google Shape;2680;p39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and Content">
  <p:cSld name="33_Title and Content">
    <p:spTree>
      <p:nvGrpSpPr>
        <p:cNvPr id="2681" name="Shape 2681"/>
        <p:cNvGrpSpPr/>
        <p:nvPr/>
      </p:nvGrpSpPr>
      <p:grpSpPr>
        <a:xfrm>
          <a:off x="0" y="0"/>
          <a:ext cx="0" cy="0"/>
          <a:chOff x="0" y="0"/>
          <a:chExt cx="0" cy="0"/>
        </a:xfrm>
      </p:grpSpPr>
      <p:pic>
        <p:nvPicPr>
          <p:cNvPr id="2682" name="Google Shape;2682;p39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83" name="Google Shape;2683;p39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84" name="Google Shape;2684;p39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85" name="Google Shape;2685;p395"/>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86" name="Google Shape;2686;p39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7" name="Google Shape;2687;p39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and Content">
  <p:cSld name="34_Title and Content">
    <p:spTree>
      <p:nvGrpSpPr>
        <p:cNvPr id="2688" name="Shape 2688"/>
        <p:cNvGrpSpPr/>
        <p:nvPr/>
      </p:nvGrpSpPr>
      <p:grpSpPr>
        <a:xfrm>
          <a:off x="0" y="0"/>
          <a:ext cx="0" cy="0"/>
          <a:chOff x="0" y="0"/>
          <a:chExt cx="0" cy="0"/>
        </a:xfrm>
      </p:grpSpPr>
      <p:pic>
        <p:nvPicPr>
          <p:cNvPr id="2689" name="Google Shape;2689;p39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90" name="Google Shape;2690;p39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91" name="Google Shape;2691;p39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92" name="Google Shape;2692;p396"/>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3" name="Google Shape;2693;p39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4" name="Google Shape;2694;p39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Title and Content">
  <p:cSld name="35_Title and Content">
    <p:spTree>
      <p:nvGrpSpPr>
        <p:cNvPr id="2695" name="Shape 2695"/>
        <p:cNvGrpSpPr/>
        <p:nvPr/>
      </p:nvGrpSpPr>
      <p:grpSpPr>
        <a:xfrm>
          <a:off x="0" y="0"/>
          <a:ext cx="0" cy="0"/>
          <a:chOff x="0" y="0"/>
          <a:chExt cx="0" cy="0"/>
        </a:xfrm>
      </p:grpSpPr>
      <p:sp>
        <p:nvSpPr>
          <p:cNvPr id="2696" name="Google Shape;2696;p39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20"/>
              </a:spcBef>
              <a:spcAft>
                <a:spcPts val="0"/>
              </a:spcAft>
              <a:buClr>
                <a:srgbClr val="101141"/>
              </a:buClr>
              <a:buSzPts val="1600"/>
              <a:buFont typeface="Arial"/>
              <a:buNone/>
              <a:defRPr sz="1600">
                <a:latin typeface="Times New Roman"/>
                <a:ea typeface="Times New Roman"/>
                <a:cs typeface="Times New Roman"/>
                <a:sym typeface="Times New Roman"/>
              </a:defRPr>
            </a:lvl1pPr>
            <a:lvl2pPr indent="-330200" lvl="1" marL="914400" marR="0" algn="l">
              <a:lnSpc>
                <a:spcPct val="100000"/>
              </a:lnSpc>
              <a:spcBef>
                <a:spcPts val="320"/>
              </a:spcBef>
              <a:spcAft>
                <a:spcPts val="0"/>
              </a:spcAft>
              <a:buClr>
                <a:schemeClr val="dk1"/>
              </a:buClr>
              <a:buSzPts val="1600"/>
              <a:buFont typeface="Arial"/>
              <a:buChar char="–"/>
              <a:defRPr sz="1600">
                <a:latin typeface="Times New Roman"/>
                <a:ea typeface="Times New Roman"/>
                <a:cs typeface="Times New Roman"/>
                <a:sym typeface="Times New Roman"/>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7" name="Google Shape;2697;p397"/>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grpSp>
        <p:nvGrpSpPr>
          <p:cNvPr id="2698" name="Google Shape;2698;p397"/>
          <p:cNvGrpSpPr/>
          <p:nvPr/>
        </p:nvGrpSpPr>
        <p:grpSpPr>
          <a:xfrm>
            <a:off x="2083888" y="6550671"/>
            <a:ext cx="7060112" cy="48665"/>
            <a:chOff x="2083888" y="6550671"/>
            <a:chExt cx="7060112" cy="48665"/>
          </a:xfrm>
        </p:grpSpPr>
        <p:sp>
          <p:nvSpPr>
            <p:cNvPr id="2699" name="Google Shape;2699;p397"/>
            <p:cNvSpPr/>
            <p:nvPr/>
          </p:nvSpPr>
          <p:spPr>
            <a:xfrm>
              <a:off x="4630476" y="6550672"/>
              <a:ext cx="2328591" cy="48664"/>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700" name="Google Shape;2700;p397"/>
            <p:cNvSpPr/>
            <p:nvPr/>
          </p:nvSpPr>
          <p:spPr>
            <a:xfrm>
              <a:off x="6907874" y="6550671"/>
              <a:ext cx="2236126" cy="45719"/>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701" name="Google Shape;2701;p397"/>
            <p:cNvSpPr/>
            <p:nvPr/>
          </p:nvSpPr>
          <p:spPr>
            <a:xfrm>
              <a:off x="2083888" y="6550672"/>
              <a:ext cx="2580680" cy="48664"/>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pic>
        <p:nvPicPr>
          <p:cNvPr descr="Picture 7.png" id="2702" name="Google Shape;2702;p397"/>
          <p:cNvPicPr preferRelativeResize="0"/>
          <p:nvPr/>
        </p:nvPicPr>
        <p:blipFill rotWithShape="1">
          <a:blip r:embed="rId2">
            <a:alphaModFix/>
          </a:blip>
          <a:srcRect b="5334" l="1923" r="0" t="0"/>
          <a:stretch/>
        </p:blipFill>
        <p:spPr>
          <a:xfrm>
            <a:off x="6629400" y="-1"/>
            <a:ext cx="2193193" cy="692697"/>
          </a:xfrm>
          <a:prstGeom prst="rect">
            <a:avLst/>
          </a:prstGeom>
          <a:noFill/>
          <a:ln>
            <a:noFill/>
          </a:ln>
        </p:spPr>
      </p:pic>
      <p:grpSp>
        <p:nvGrpSpPr>
          <p:cNvPr id="2703" name="Google Shape;2703;p397"/>
          <p:cNvGrpSpPr/>
          <p:nvPr/>
        </p:nvGrpSpPr>
        <p:grpSpPr>
          <a:xfrm>
            <a:off x="2133600" y="6558112"/>
            <a:ext cx="7010400" cy="45719"/>
            <a:chOff x="1905000" y="6553200"/>
            <a:chExt cx="7010400" cy="45719"/>
          </a:xfrm>
        </p:grpSpPr>
        <p:sp>
          <p:nvSpPr>
            <p:cNvPr id="2704" name="Google Shape;2704;p397"/>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705" name="Google Shape;2705;p39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706" name="Google Shape;2706;p397"/>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2707" name="Google Shape;2707;p397"/>
          <p:cNvGrpSpPr/>
          <p:nvPr/>
        </p:nvGrpSpPr>
        <p:grpSpPr>
          <a:xfrm>
            <a:off x="0" y="1295400"/>
            <a:ext cx="7010400" cy="45719"/>
            <a:chOff x="1905000" y="6553200"/>
            <a:chExt cx="7010400" cy="45719"/>
          </a:xfrm>
        </p:grpSpPr>
        <p:sp>
          <p:nvSpPr>
            <p:cNvPr id="2708" name="Google Shape;2708;p397"/>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709" name="Google Shape;2709;p39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710" name="Google Shape;2710;p397"/>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2711" name="Google Shape;2711;p39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2" name="Google Shape;2712;p397"/>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3" name="Google Shape;2713;p39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4" name="Google Shape;2714;p397"/>
          <p:cNvSpPr txBox="1"/>
          <p:nvPr>
            <p:ph idx="12" type="sldNum"/>
          </p:nvPr>
        </p:nvSpPr>
        <p:spPr>
          <a:xfrm>
            <a:off x="7010400" y="6101551"/>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Title and Content">
  <p:cSld name="36_Title and Content">
    <p:spTree>
      <p:nvGrpSpPr>
        <p:cNvPr id="2715" name="Shape 2715"/>
        <p:cNvGrpSpPr/>
        <p:nvPr/>
      </p:nvGrpSpPr>
      <p:grpSpPr>
        <a:xfrm>
          <a:off x="0" y="0"/>
          <a:ext cx="0" cy="0"/>
          <a:chOff x="0" y="0"/>
          <a:chExt cx="0" cy="0"/>
        </a:xfrm>
      </p:grpSpPr>
      <p:pic>
        <p:nvPicPr>
          <p:cNvPr id="2716" name="Google Shape;2716;p39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17" name="Google Shape;2717;p39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18" name="Google Shape;2718;p39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19" name="Google Shape;2719;p398"/>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0" name="Google Shape;2720;p39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1" name="Google Shape;2721;p39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Title and Content">
  <p:cSld name="37_Title and Content">
    <p:spTree>
      <p:nvGrpSpPr>
        <p:cNvPr id="2722" name="Shape 2722"/>
        <p:cNvGrpSpPr/>
        <p:nvPr/>
      </p:nvGrpSpPr>
      <p:grpSpPr>
        <a:xfrm>
          <a:off x="0" y="0"/>
          <a:ext cx="0" cy="0"/>
          <a:chOff x="0" y="0"/>
          <a:chExt cx="0" cy="0"/>
        </a:xfrm>
      </p:grpSpPr>
      <p:pic>
        <p:nvPicPr>
          <p:cNvPr id="2723" name="Google Shape;2723;p39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24" name="Google Shape;2724;p39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25" name="Google Shape;2725;p39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26" name="Google Shape;2726;p399"/>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400"/>
              <a:buFont typeface="Helvetica Neue"/>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7" name="Google Shape;2727;p39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90000"/>
              </a:lnSpc>
              <a:spcBef>
                <a:spcPts val="100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90000"/>
              </a:lnSpc>
              <a:spcBef>
                <a:spcPts val="50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90000"/>
              </a:lnSpc>
              <a:spcBef>
                <a:spcPts val="50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90000"/>
              </a:lnSpc>
              <a:spcBef>
                <a:spcPts val="50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8" name="Google Shape;2728;p39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41" name="Shape 2741"/>
        <p:cNvGrpSpPr/>
        <p:nvPr/>
      </p:nvGrpSpPr>
      <p:grpSpPr>
        <a:xfrm>
          <a:off x="0" y="0"/>
          <a:ext cx="0" cy="0"/>
          <a:chOff x="0" y="0"/>
          <a:chExt cx="0" cy="0"/>
        </a:xfrm>
      </p:grpSpPr>
      <p:sp>
        <p:nvSpPr>
          <p:cNvPr id="2742" name="Google Shape;2742;p10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43" name="Google Shape;2743;p1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44" name="Google Shape;2744;p101"/>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45" name="Google Shape;2745;p101"/>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46" name="Shape 2746"/>
        <p:cNvGrpSpPr/>
        <p:nvPr/>
      </p:nvGrpSpPr>
      <p:grpSpPr>
        <a:xfrm>
          <a:off x="0" y="0"/>
          <a:ext cx="0" cy="0"/>
          <a:chOff x="0" y="0"/>
          <a:chExt cx="0" cy="0"/>
        </a:xfrm>
      </p:grpSpPr>
      <p:sp>
        <p:nvSpPr>
          <p:cNvPr id="2747" name="Google Shape;2747;p162"/>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48" name="Google Shape;2748;p16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749" name="Google Shape;2749;p16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50" name="Google Shape;2750;p16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51" name="Google Shape;2751;p16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52" name="Shape 2752"/>
        <p:cNvGrpSpPr/>
        <p:nvPr/>
      </p:nvGrpSpPr>
      <p:grpSpPr>
        <a:xfrm>
          <a:off x="0" y="0"/>
          <a:ext cx="0" cy="0"/>
          <a:chOff x="0" y="0"/>
          <a:chExt cx="0" cy="0"/>
        </a:xfrm>
      </p:grpSpPr>
      <p:sp>
        <p:nvSpPr>
          <p:cNvPr id="2753" name="Google Shape;2753;p16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54" name="Google Shape;2754;p16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755" name="Google Shape;2755;p16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56" name="Google Shape;2756;p16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57" name="Google Shape;2757;p16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58" name="Shape 2758"/>
        <p:cNvGrpSpPr/>
        <p:nvPr/>
      </p:nvGrpSpPr>
      <p:grpSpPr>
        <a:xfrm>
          <a:off x="0" y="0"/>
          <a:ext cx="0" cy="0"/>
          <a:chOff x="0" y="0"/>
          <a:chExt cx="0" cy="0"/>
        </a:xfrm>
      </p:grpSpPr>
      <p:sp>
        <p:nvSpPr>
          <p:cNvPr id="2759" name="Google Shape;2759;p16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60" name="Google Shape;2760;p16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61" name="Google Shape;2761;p16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62" name="Google Shape;2762;p16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63" name="Google Shape;2763;p16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64" name="Google Shape;2764;p16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65" name="Shape 2765"/>
        <p:cNvGrpSpPr/>
        <p:nvPr/>
      </p:nvGrpSpPr>
      <p:grpSpPr>
        <a:xfrm>
          <a:off x="0" y="0"/>
          <a:ext cx="0" cy="0"/>
          <a:chOff x="0" y="0"/>
          <a:chExt cx="0" cy="0"/>
        </a:xfrm>
      </p:grpSpPr>
      <p:sp>
        <p:nvSpPr>
          <p:cNvPr id="2766" name="Google Shape;2766;p16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67" name="Google Shape;2767;p16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768" name="Google Shape;2768;p16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769" name="Google Shape;2769;p16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770" name="Google Shape;2770;p16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771" name="Google Shape;2771;p16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72" name="Google Shape;2772;p16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73" name="Google Shape;2773;p16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74" name="Shape 2774"/>
        <p:cNvGrpSpPr/>
        <p:nvPr/>
      </p:nvGrpSpPr>
      <p:grpSpPr>
        <a:xfrm>
          <a:off x="0" y="0"/>
          <a:ext cx="0" cy="0"/>
          <a:chOff x="0" y="0"/>
          <a:chExt cx="0" cy="0"/>
        </a:xfrm>
      </p:grpSpPr>
      <p:sp>
        <p:nvSpPr>
          <p:cNvPr id="2775" name="Google Shape;2775;p16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76" name="Google Shape;2776;p16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77" name="Google Shape;2777;p16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78" name="Google Shape;2778;p16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79" name="Shape 2779"/>
        <p:cNvGrpSpPr/>
        <p:nvPr/>
      </p:nvGrpSpPr>
      <p:grpSpPr>
        <a:xfrm>
          <a:off x="0" y="0"/>
          <a:ext cx="0" cy="0"/>
          <a:chOff x="0" y="0"/>
          <a:chExt cx="0" cy="0"/>
        </a:xfrm>
      </p:grpSpPr>
      <p:sp>
        <p:nvSpPr>
          <p:cNvPr id="2780" name="Google Shape;2780;p16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81" name="Google Shape;2781;p16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782" name="Google Shape;2782;p16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783" name="Google Shape;2783;p16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84" name="Google Shape;2784;p16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85" name="Google Shape;2785;p16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86" name="Shape 2786"/>
        <p:cNvGrpSpPr/>
        <p:nvPr/>
      </p:nvGrpSpPr>
      <p:grpSpPr>
        <a:xfrm>
          <a:off x="0" y="0"/>
          <a:ext cx="0" cy="0"/>
          <a:chOff x="0" y="0"/>
          <a:chExt cx="0" cy="0"/>
        </a:xfrm>
      </p:grpSpPr>
      <p:sp>
        <p:nvSpPr>
          <p:cNvPr id="2787" name="Google Shape;2787;p16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88" name="Google Shape;2788;p168"/>
          <p:cNvSpPr/>
          <p:nvPr>
            <p:ph idx="2" type="pic"/>
          </p:nvPr>
        </p:nvSpPr>
        <p:spPr>
          <a:xfrm>
            <a:off x="1792288" y="612775"/>
            <a:ext cx="5486400" cy="4114800"/>
          </a:xfrm>
          <a:prstGeom prst="rect">
            <a:avLst/>
          </a:prstGeom>
          <a:noFill/>
          <a:ln>
            <a:noFill/>
          </a:ln>
        </p:spPr>
      </p:sp>
      <p:sp>
        <p:nvSpPr>
          <p:cNvPr id="2789" name="Google Shape;2789;p16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790" name="Google Shape;2790;p16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91" name="Google Shape;2791;p16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92" name="Google Shape;2792;p16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793" name="Shape 2793"/>
        <p:cNvGrpSpPr/>
        <p:nvPr/>
      </p:nvGrpSpPr>
      <p:grpSpPr>
        <a:xfrm>
          <a:off x="0" y="0"/>
          <a:ext cx="0" cy="0"/>
          <a:chOff x="0" y="0"/>
          <a:chExt cx="0" cy="0"/>
        </a:xfrm>
      </p:grpSpPr>
      <p:sp>
        <p:nvSpPr>
          <p:cNvPr id="2794" name="Google Shape;2794;p16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95" name="Google Shape;2795;p16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96" name="Google Shape;2796;p16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97" name="Google Shape;2797;p16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98" name="Google Shape;2798;p16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99" name="Shape 2799"/>
        <p:cNvGrpSpPr/>
        <p:nvPr/>
      </p:nvGrpSpPr>
      <p:grpSpPr>
        <a:xfrm>
          <a:off x="0" y="0"/>
          <a:ext cx="0" cy="0"/>
          <a:chOff x="0" y="0"/>
          <a:chExt cx="0" cy="0"/>
        </a:xfrm>
      </p:grpSpPr>
      <p:sp>
        <p:nvSpPr>
          <p:cNvPr id="2800" name="Google Shape;2800;p170"/>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01" name="Google Shape;2801;p17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02" name="Google Shape;2802;p17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03" name="Google Shape;2803;p17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04" name="Google Shape;2804;p17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2805" name="Shape 2805"/>
        <p:cNvGrpSpPr/>
        <p:nvPr/>
      </p:nvGrpSpPr>
      <p:grpSpPr>
        <a:xfrm>
          <a:off x="0" y="0"/>
          <a:ext cx="0" cy="0"/>
          <a:chOff x="0" y="0"/>
          <a:chExt cx="0" cy="0"/>
        </a:xfrm>
      </p:grpSpPr>
      <p:sp>
        <p:nvSpPr>
          <p:cNvPr id="2806" name="Google Shape;2806;p171"/>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807" name="Google Shape;2807;p171"/>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808" name="Google Shape;2808;p171"/>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809" name="Google Shape;2809;p171"/>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pic>
        <p:nvPicPr>
          <p:cNvPr descr="BITS_university_logo_whitevert.png" id="2810" name="Google Shape;2810;p171"/>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811" name="Google Shape;2811;p171"/>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812" name="Google Shape;2812;p171"/>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813" name="Google Shape;2813;p171"/>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814" name="Google Shape;2814;p171"/>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815" name="Google Shape;2815;p171"/>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816" name="Google Shape;2816;p171"/>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pic>
        <p:nvPicPr>
          <p:cNvPr descr="BITS_university_logo_whitevert.png" id="2817" name="Google Shape;2817;p171"/>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818" name="Google Shape;2818;p171"/>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819" name="Google Shape;2819;p171"/>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820" name="Google Shape;2820;p171"/>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21" name="Google Shape;2821;p171"/>
          <p:cNvSpPr txBox="1"/>
          <p:nvPr>
            <p:ph type="title"/>
          </p:nvPr>
        </p:nvSpPr>
        <p:spPr>
          <a:xfrm>
            <a:off x="2514600" y="3810000"/>
            <a:ext cx="6019800" cy="1524000"/>
          </a:xfrm>
          <a:prstGeom prst="rect">
            <a:avLst/>
          </a:prstGeom>
          <a:noFill/>
          <a:ln>
            <a:noFill/>
          </a:ln>
        </p:spPr>
        <p:txBody>
          <a:bodyPr anchorCtr="0" anchor="t" bIns="45700" lIns="91425" spcFirstLastPara="1" rIns="91425" wrap="square" tIns="45700">
            <a:noAutofit/>
          </a:bodyPr>
          <a:lstStyle>
            <a:lvl1pPr lvl="0" marR="0" rtl="0" algn="l">
              <a:lnSpc>
                <a:spcPct val="90909"/>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2834" name="Shape 2834"/>
        <p:cNvGrpSpPr/>
        <p:nvPr/>
      </p:nvGrpSpPr>
      <p:grpSpPr>
        <a:xfrm>
          <a:off x="0" y="0"/>
          <a:ext cx="0" cy="0"/>
          <a:chOff x="0" y="0"/>
          <a:chExt cx="0" cy="0"/>
        </a:xfrm>
      </p:grpSpPr>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35" name="Shape 2835"/>
        <p:cNvGrpSpPr/>
        <p:nvPr/>
      </p:nvGrpSpPr>
      <p:grpSpPr>
        <a:xfrm>
          <a:off x="0" y="0"/>
          <a:ext cx="0" cy="0"/>
          <a:chOff x="0" y="0"/>
          <a:chExt cx="0" cy="0"/>
        </a:xfrm>
      </p:grpSpPr>
      <p:sp>
        <p:nvSpPr>
          <p:cNvPr id="2836" name="Google Shape;2836;p172"/>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37" name="Google Shape;2837;p17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38" name="Google Shape;2838;p17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39" name="Google Shape;2839;p17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40" name="Google Shape;2840;p17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41" name="Shape 2841"/>
        <p:cNvGrpSpPr/>
        <p:nvPr/>
      </p:nvGrpSpPr>
      <p:grpSpPr>
        <a:xfrm>
          <a:off x="0" y="0"/>
          <a:ext cx="0" cy="0"/>
          <a:chOff x="0" y="0"/>
          <a:chExt cx="0" cy="0"/>
        </a:xfrm>
      </p:grpSpPr>
      <p:sp>
        <p:nvSpPr>
          <p:cNvPr id="2842" name="Google Shape;2842;p17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43" name="Google Shape;2843;p17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44" name="Google Shape;2844;p173"/>
          <p:cNvSpPr txBox="1"/>
          <p:nvPr>
            <p:ph idx="11" type="ftr"/>
          </p:nvPr>
        </p:nvSpPr>
        <p:spPr>
          <a:xfrm>
            <a:off x="2195513" y="6237288"/>
            <a:ext cx="4392612"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45" name="Google Shape;2845;p173"/>
          <p:cNvSpPr txBox="1"/>
          <p:nvPr>
            <p:ph idx="12" type="sldNum"/>
          </p:nvPr>
        </p:nvSpPr>
        <p:spPr>
          <a:xfrm>
            <a:off x="8532813" y="6237288"/>
            <a:ext cx="611187" cy="29368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46" name="Shape 2846"/>
        <p:cNvGrpSpPr/>
        <p:nvPr/>
      </p:nvGrpSpPr>
      <p:grpSpPr>
        <a:xfrm>
          <a:off x="0" y="0"/>
          <a:ext cx="0" cy="0"/>
          <a:chOff x="0" y="0"/>
          <a:chExt cx="0" cy="0"/>
        </a:xfrm>
      </p:grpSpPr>
      <p:sp>
        <p:nvSpPr>
          <p:cNvPr id="2847" name="Google Shape;2847;p17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48" name="Google Shape;2848;p17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49" name="Google Shape;2849;p17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50" name="Google Shape;2850;p17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51" name="Google Shape;2851;p17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52" name="Shape 2852"/>
        <p:cNvGrpSpPr/>
        <p:nvPr/>
      </p:nvGrpSpPr>
      <p:grpSpPr>
        <a:xfrm>
          <a:off x="0" y="0"/>
          <a:ext cx="0" cy="0"/>
          <a:chOff x="0" y="0"/>
          <a:chExt cx="0" cy="0"/>
        </a:xfrm>
      </p:grpSpPr>
      <p:sp>
        <p:nvSpPr>
          <p:cNvPr id="2853" name="Google Shape;2853;p17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54" name="Google Shape;2854;p17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855" name="Google Shape;2855;p17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856" name="Google Shape;2856;p17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57" name="Google Shape;2857;p17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58" name="Google Shape;2858;p17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59" name="Shape 2859"/>
        <p:cNvGrpSpPr/>
        <p:nvPr/>
      </p:nvGrpSpPr>
      <p:grpSpPr>
        <a:xfrm>
          <a:off x="0" y="0"/>
          <a:ext cx="0" cy="0"/>
          <a:chOff x="0" y="0"/>
          <a:chExt cx="0" cy="0"/>
        </a:xfrm>
      </p:grpSpPr>
      <p:sp>
        <p:nvSpPr>
          <p:cNvPr id="2860" name="Google Shape;2860;p17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61" name="Google Shape;2861;p17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862" name="Google Shape;2862;p17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863" name="Google Shape;2863;p17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864" name="Google Shape;2864;p17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865" name="Google Shape;2865;p17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66" name="Google Shape;2866;p17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67" name="Google Shape;2867;p17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68" name="Shape 2868"/>
        <p:cNvGrpSpPr/>
        <p:nvPr/>
      </p:nvGrpSpPr>
      <p:grpSpPr>
        <a:xfrm>
          <a:off x="0" y="0"/>
          <a:ext cx="0" cy="0"/>
          <a:chOff x="0" y="0"/>
          <a:chExt cx="0" cy="0"/>
        </a:xfrm>
      </p:grpSpPr>
      <p:sp>
        <p:nvSpPr>
          <p:cNvPr id="2869" name="Google Shape;2869;p17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70" name="Google Shape;2870;p17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71" name="Google Shape;2871;p17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72" name="Google Shape;2872;p17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73" name="Shape 2873"/>
        <p:cNvGrpSpPr/>
        <p:nvPr/>
      </p:nvGrpSpPr>
      <p:grpSpPr>
        <a:xfrm>
          <a:off x="0" y="0"/>
          <a:ext cx="0" cy="0"/>
          <a:chOff x="0" y="0"/>
          <a:chExt cx="0" cy="0"/>
        </a:xfrm>
      </p:grpSpPr>
      <p:sp>
        <p:nvSpPr>
          <p:cNvPr id="2874" name="Google Shape;2874;p17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75" name="Google Shape;2875;p17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76" name="Google Shape;2876;p17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877" name="Shape 2877"/>
        <p:cNvGrpSpPr/>
        <p:nvPr/>
      </p:nvGrpSpPr>
      <p:grpSpPr>
        <a:xfrm>
          <a:off x="0" y="0"/>
          <a:ext cx="0" cy="0"/>
          <a:chOff x="0" y="0"/>
          <a:chExt cx="0" cy="0"/>
        </a:xfrm>
      </p:grpSpPr>
      <p:sp>
        <p:nvSpPr>
          <p:cNvPr id="2878" name="Google Shape;2878;p17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79" name="Google Shape;2879;p17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880" name="Google Shape;2880;p17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881" name="Google Shape;2881;p17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82" name="Google Shape;2882;p17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83" name="Google Shape;2883;p17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84" name="Shape 2884"/>
        <p:cNvGrpSpPr/>
        <p:nvPr/>
      </p:nvGrpSpPr>
      <p:grpSpPr>
        <a:xfrm>
          <a:off x="0" y="0"/>
          <a:ext cx="0" cy="0"/>
          <a:chOff x="0" y="0"/>
          <a:chExt cx="0" cy="0"/>
        </a:xfrm>
      </p:grpSpPr>
      <p:sp>
        <p:nvSpPr>
          <p:cNvPr id="2885" name="Google Shape;2885;p18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86" name="Google Shape;2886;p180"/>
          <p:cNvSpPr/>
          <p:nvPr>
            <p:ph idx="2" type="pic"/>
          </p:nvPr>
        </p:nvSpPr>
        <p:spPr>
          <a:xfrm>
            <a:off x="1792288" y="612775"/>
            <a:ext cx="5486400" cy="4114800"/>
          </a:xfrm>
          <a:prstGeom prst="rect">
            <a:avLst/>
          </a:prstGeom>
          <a:noFill/>
          <a:ln>
            <a:noFill/>
          </a:ln>
        </p:spPr>
      </p:sp>
      <p:sp>
        <p:nvSpPr>
          <p:cNvPr id="2887" name="Google Shape;2887;p18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888" name="Google Shape;2888;p18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89" name="Google Shape;2889;p18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90" name="Google Shape;2890;p18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891" name="Shape 2891"/>
        <p:cNvGrpSpPr/>
        <p:nvPr/>
      </p:nvGrpSpPr>
      <p:grpSpPr>
        <a:xfrm>
          <a:off x="0" y="0"/>
          <a:ext cx="0" cy="0"/>
          <a:chOff x="0" y="0"/>
          <a:chExt cx="0" cy="0"/>
        </a:xfrm>
      </p:grpSpPr>
      <p:sp>
        <p:nvSpPr>
          <p:cNvPr id="2892" name="Google Shape;2892;p18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93" name="Google Shape;2893;p18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94" name="Google Shape;2894;p18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95" name="Google Shape;2895;p18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96" name="Google Shape;2896;p18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897" name="Shape 2897"/>
        <p:cNvGrpSpPr/>
        <p:nvPr/>
      </p:nvGrpSpPr>
      <p:grpSpPr>
        <a:xfrm>
          <a:off x="0" y="0"/>
          <a:ext cx="0" cy="0"/>
          <a:chOff x="0" y="0"/>
          <a:chExt cx="0" cy="0"/>
        </a:xfrm>
      </p:grpSpPr>
      <p:sp>
        <p:nvSpPr>
          <p:cNvPr id="2898" name="Google Shape;2898;p182"/>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899" name="Google Shape;2899;p18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00" name="Google Shape;2900;p18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901" name="Google Shape;2901;p18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902" name="Google Shape;2902;p18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903" name="Shape 2903"/>
        <p:cNvGrpSpPr/>
        <p:nvPr/>
      </p:nvGrpSpPr>
      <p:grpSpPr>
        <a:xfrm>
          <a:off x="0" y="0"/>
          <a:ext cx="0" cy="0"/>
          <a:chOff x="0" y="0"/>
          <a:chExt cx="0" cy="0"/>
        </a:xfrm>
      </p:grpSpPr>
      <p:sp>
        <p:nvSpPr>
          <p:cNvPr id="2904" name="Google Shape;2904;p18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2905" name="Google Shape;2905;p183"/>
          <p:cNvGrpSpPr/>
          <p:nvPr/>
        </p:nvGrpSpPr>
        <p:grpSpPr>
          <a:xfrm>
            <a:off x="2084388" y="6550025"/>
            <a:ext cx="7059612" cy="49213"/>
            <a:chOff x="2083888" y="6550671"/>
            <a:chExt cx="7060112" cy="48665"/>
          </a:xfrm>
        </p:grpSpPr>
        <p:sp>
          <p:nvSpPr>
            <p:cNvPr id="2906" name="Google Shape;2906;p18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07" name="Google Shape;2907;p18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08" name="Google Shape;2908;p18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2909" name="Google Shape;2909;p18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2910" name="Google Shape;2910;p183"/>
          <p:cNvGrpSpPr/>
          <p:nvPr/>
        </p:nvGrpSpPr>
        <p:grpSpPr>
          <a:xfrm>
            <a:off x="2133600" y="6553200"/>
            <a:ext cx="7010400" cy="46038"/>
            <a:chOff x="1905000" y="6553200"/>
            <a:chExt cx="7010400" cy="45719"/>
          </a:xfrm>
        </p:grpSpPr>
        <p:sp>
          <p:nvSpPr>
            <p:cNvPr id="2911" name="Google Shape;2911;p18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12" name="Google Shape;2912;p18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13" name="Google Shape;2913;p18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914" name="Google Shape;2914;p183"/>
          <p:cNvGrpSpPr/>
          <p:nvPr/>
        </p:nvGrpSpPr>
        <p:grpSpPr>
          <a:xfrm>
            <a:off x="0" y="1295400"/>
            <a:ext cx="7010400" cy="46038"/>
            <a:chOff x="1905000" y="6553200"/>
            <a:chExt cx="7010400" cy="45719"/>
          </a:xfrm>
        </p:grpSpPr>
        <p:sp>
          <p:nvSpPr>
            <p:cNvPr id="2915" name="Google Shape;2915;p18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16" name="Google Shape;2916;p18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917" name="Google Shape;2917;p18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2918" name="Google Shape;2918;p183"/>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19" name="Google Shape;2919;p18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2920" name="Shape 2920"/>
        <p:cNvGrpSpPr/>
        <p:nvPr/>
      </p:nvGrpSpPr>
      <p:grpSpPr>
        <a:xfrm>
          <a:off x="0" y="0"/>
          <a:ext cx="0" cy="0"/>
          <a:chOff x="0" y="0"/>
          <a:chExt cx="0" cy="0"/>
        </a:xfrm>
      </p:grpSpPr>
    </p:spTree>
  </p:cSld>
  <p:clrMapOvr>
    <a:masterClrMapping/>
  </p:clrMapOvr>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2921" name="Shape 29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0.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image" Target="../media/image5.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6" Type="http://schemas.openxmlformats.org/officeDocument/2006/relationships/theme" Target="../theme/theme8.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7.xml"/><Relationship Id="rId22" Type="http://schemas.openxmlformats.org/officeDocument/2006/relationships/slideLayout" Target="../slideLayouts/slideLayout49.xml"/><Relationship Id="rId21" Type="http://schemas.openxmlformats.org/officeDocument/2006/relationships/slideLayout" Target="../slideLayouts/slideLayout48.xml"/><Relationship Id="rId24" Type="http://schemas.openxmlformats.org/officeDocument/2006/relationships/slideLayout" Target="../slideLayouts/slideLayout51.xml"/><Relationship Id="rId23" Type="http://schemas.openxmlformats.org/officeDocument/2006/relationships/slideLayout" Target="../slideLayouts/slideLayout50.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26" Type="http://schemas.openxmlformats.org/officeDocument/2006/relationships/slideLayout" Target="../slideLayouts/slideLayout53.xml"/><Relationship Id="rId25" Type="http://schemas.openxmlformats.org/officeDocument/2006/relationships/slideLayout" Target="../slideLayouts/slideLayout52.xml"/><Relationship Id="rId28" Type="http://schemas.openxmlformats.org/officeDocument/2006/relationships/slideLayout" Target="../slideLayouts/slideLayout55.xml"/><Relationship Id="rId27" Type="http://schemas.openxmlformats.org/officeDocument/2006/relationships/slideLayout" Target="../slideLayouts/slideLayout54.xml"/><Relationship Id="rId5" Type="http://schemas.openxmlformats.org/officeDocument/2006/relationships/slideLayout" Target="../slideLayouts/slideLayout32.xml"/><Relationship Id="rId6" Type="http://schemas.openxmlformats.org/officeDocument/2006/relationships/slideLayout" Target="../slideLayouts/slideLayout33.xml"/><Relationship Id="rId29" Type="http://schemas.openxmlformats.org/officeDocument/2006/relationships/slideLayout" Target="../slideLayouts/slideLayout56.xml"/><Relationship Id="rId7" Type="http://schemas.openxmlformats.org/officeDocument/2006/relationships/slideLayout" Target="../slideLayouts/slideLayout34.xml"/><Relationship Id="rId8" Type="http://schemas.openxmlformats.org/officeDocument/2006/relationships/slideLayout" Target="../slideLayouts/slideLayout35.xml"/><Relationship Id="rId31" Type="http://schemas.openxmlformats.org/officeDocument/2006/relationships/slideLayout" Target="../slideLayouts/slideLayout58.xml"/><Relationship Id="rId30" Type="http://schemas.openxmlformats.org/officeDocument/2006/relationships/slideLayout" Target="../slideLayouts/slideLayout57.xml"/><Relationship Id="rId11" Type="http://schemas.openxmlformats.org/officeDocument/2006/relationships/slideLayout" Target="../slideLayouts/slideLayout38.xml"/><Relationship Id="rId33" Type="http://schemas.openxmlformats.org/officeDocument/2006/relationships/slideLayout" Target="../slideLayouts/slideLayout60.xml"/><Relationship Id="rId10" Type="http://schemas.openxmlformats.org/officeDocument/2006/relationships/slideLayout" Target="../slideLayouts/slideLayout37.xml"/><Relationship Id="rId32" Type="http://schemas.openxmlformats.org/officeDocument/2006/relationships/slideLayout" Target="../slideLayouts/slideLayout59.xml"/><Relationship Id="rId13" Type="http://schemas.openxmlformats.org/officeDocument/2006/relationships/slideLayout" Target="../slideLayouts/slideLayout40.xml"/><Relationship Id="rId35" Type="http://schemas.openxmlformats.org/officeDocument/2006/relationships/slideLayout" Target="../slideLayouts/slideLayout62.xml"/><Relationship Id="rId12" Type="http://schemas.openxmlformats.org/officeDocument/2006/relationships/slideLayout" Target="../slideLayouts/slideLayout39.xml"/><Relationship Id="rId34" Type="http://schemas.openxmlformats.org/officeDocument/2006/relationships/slideLayout" Target="../slideLayouts/slideLayout61.xml"/><Relationship Id="rId15" Type="http://schemas.openxmlformats.org/officeDocument/2006/relationships/slideLayout" Target="../slideLayouts/slideLayout42.xml"/><Relationship Id="rId37" Type="http://schemas.openxmlformats.org/officeDocument/2006/relationships/theme" Target="../theme/theme15.xml"/><Relationship Id="rId14" Type="http://schemas.openxmlformats.org/officeDocument/2006/relationships/slideLayout" Target="../slideLayouts/slideLayout41.xml"/><Relationship Id="rId36" Type="http://schemas.openxmlformats.org/officeDocument/2006/relationships/slideLayout" Target="../slideLayouts/slideLayout63.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11" Type="http://schemas.openxmlformats.org/officeDocument/2006/relationships/slideLayout" Target="../slideLayouts/slideLayout73.xml"/><Relationship Id="rId10" Type="http://schemas.openxmlformats.org/officeDocument/2006/relationships/slideLayout" Target="../slideLayouts/slideLayout72.xml"/><Relationship Id="rId13" Type="http://schemas.openxmlformats.org/officeDocument/2006/relationships/slideLayout" Target="../slideLayouts/slideLayout75.xml"/><Relationship Id="rId12" Type="http://schemas.openxmlformats.org/officeDocument/2006/relationships/slideLayout" Target="../slideLayouts/slideLayout74.xml"/><Relationship Id="rId15" Type="http://schemas.openxmlformats.org/officeDocument/2006/relationships/slideLayout" Target="../slideLayouts/slideLayout77.xml"/><Relationship Id="rId14" Type="http://schemas.openxmlformats.org/officeDocument/2006/relationships/slideLayout" Target="../slideLayouts/slideLayout76.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theme" Target="../theme/theme14.xml"/><Relationship Id="rId18" Type="http://schemas.openxmlformats.org/officeDocument/2006/relationships/slideLayout" Target="../slideLayouts/slideLayout80.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99.xml"/><Relationship Id="rId22" Type="http://schemas.openxmlformats.org/officeDocument/2006/relationships/slideLayout" Target="../slideLayouts/slideLayout101.xml"/><Relationship Id="rId21" Type="http://schemas.openxmlformats.org/officeDocument/2006/relationships/slideLayout" Target="../slideLayouts/slideLayout100.xml"/><Relationship Id="rId24" Type="http://schemas.openxmlformats.org/officeDocument/2006/relationships/slideLayout" Target="../slideLayouts/slideLayout103.xml"/><Relationship Id="rId23" Type="http://schemas.openxmlformats.org/officeDocument/2006/relationships/slideLayout" Target="../slideLayouts/slideLayout102.xml"/><Relationship Id="rId1" Type="http://schemas.openxmlformats.org/officeDocument/2006/relationships/image" Target="../media/image5.png"/><Relationship Id="rId2" Type="http://schemas.openxmlformats.org/officeDocument/2006/relationships/slideLayout" Target="../slideLayouts/slideLayout81.xml"/><Relationship Id="rId3" Type="http://schemas.openxmlformats.org/officeDocument/2006/relationships/slideLayout" Target="../slideLayouts/slideLayout82.xml"/><Relationship Id="rId4" Type="http://schemas.openxmlformats.org/officeDocument/2006/relationships/slideLayout" Target="../slideLayouts/slideLayout83.xml"/><Relationship Id="rId9" Type="http://schemas.openxmlformats.org/officeDocument/2006/relationships/slideLayout" Target="../slideLayouts/slideLayout88.xml"/><Relationship Id="rId26" Type="http://schemas.openxmlformats.org/officeDocument/2006/relationships/slideLayout" Target="../slideLayouts/slideLayout105.xml"/><Relationship Id="rId25" Type="http://schemas.openxmlformats.org/officeDocument/2006/relationships/slideLayout" Target="../slideLayouts/slideLayout104.xml"/><Relationship Id="rId28" Type="http://schemas.openxmlformats.org/officeDocument/2006/relationships/slideLayout" Target="../slideLayouts/slideLayout107.xml"/><Relationship Id="rId27" Type="http://schemas.openxmlformats.org/officeDocument/2006/relationships/slideLayout" Target="../slideLayouts/slideLayout106.xml"/><Relationship Id="rId5" Type="http://schemas.openxmlformats.org/officeDocument/2006/relationships/slideLayout" Target="../slideLayouts/slideLayout84.xml"/><Relationship Id="rId6" Type="http://schemas.openxmlformats.org/officeDocument/2006/relationships/slideLayout" Target="../slideLayouts/slideLayout85.xml"/><Relationship Id="rId29" Type="http://schemas.openxmlformats.org/officeDocument/2006/relationships/slideLayout" Target="../slideLayouts/slideLayout108.xml"/><Relationship Id="rId7" Type="http://schemas.openxmlformats.org/officeDocument/2006/relationships/slideLayout" Target="../slideLayouts/slideLayout86.xml"/><Relationship Id="rId8" Type="http://schemas.openxmlformats.org/officeDocument/2006/relationships/slideLayout" Target="../slideLayouts/slideLayout87.xml"/><Relationship Id="rId31" Type="http://schemas.openxmlformats.org/officeDocument/2006/relationships/slideLayout" Target="../slideLayouts/slideLayout110.xml"/><Relationship Id="rId30" Type="http://schemas.openxmlformats.org/officeDocument/2006/relationships/slideLayout" Target="../slideLayouts/slideLayout109.xml"/><Relationship Id="rId11" Type="http://schemas.openxmlformats.org/officeDocument/2006/relationships/slideLayout" Target="../slideLayouts/slideLayout90.xml"/><Relationship Id="rId33" Type="http://schemas.openxmlformats.org/officeDocument/2006/relationships/slideLayout" Target="../slideLayouts/slideLayout112.xml"/><Relationship Id="rId10" Type="http://schemas.openxmlformats.org/officeDocument/2006/relationships/slideLayout" Target="../slideLayouts/slideLayout89.xml"/><Relationship Id="rId32" Type="http://schemas.openxmlformats.org/officeDocument/2006/relationships/slideLayout" Target="../slideLayouts/slideLayout111.xml"/><Relationship Id="rId13" Type="http://schemas.openxmlformats.org/officeDocument/2006/relationships/slideLayout" Target="../slideLayouts/slideLayout92.xml"/><Relationship Id="rId35" Type="http://schemas.openxmlformats.org/officeDocument/2006/relationships/slideLayout" Target="../slideLayouts/slideLayout114.xml"/><Relationship Id="rId12" Type="http://schemas.openxmlformats.org/officeDocument/2006/relationships/slideLayout" Target="../slideLayouts/slideLayout91.xml"/><Relationship Id="rId34" Type="http://schemas.openxmlformats.org/officeDocument/2006/relationships/slideLayout" Target="../slideLayouts/slideLayout113.xml"/><Relationship Id="rId15" Type="http://schemas.openxmlformats.org/officeDocument/2006/relationships/slideLayout" Target="../slideLayouts/slideLayout94.xml"/><Relationship Id="rId37" Type="http://schemas.openxmlformats.org/officeDocument/2006/relationships/theme" Target="../theme/theme1.xml"/><Relationship Id="rId14" Type="http://schemas.openxmlformats.org/officeDocument/2006/relationships/slideLayout" Target="../slideLayouts/slideLayout93.xml"/><Relationship Id="rId36" Type="http://schemas.openxmlformats.org/officeDocument/2006/relationships/slideLayout" Target="../slideLayouts/slideLayout115.xml"/><Relationship Id="rId17" Type="http://schemas.openxmlformats.org/officeDocument/2006/relationships/slideLayout" Target="../slideLayouts/slideLayout96.xml"/><Relationship Id="rId16" Type="http://schemas.openxmlformats.org/officeDocument/2006/relationships/slideLayout" Target="../slideLayouts/slideLayout95.xml"/><Relationship Id="rId19" Type="http://schemas.openxmlformats.org/officeDocument/2006/relationships/slideLayout" Target="../slideLayouts/slideLayout98.xml"/><Relationship Id="rId18" Type="http://schemas.openxmlformats.org/officeDocument/2006/relationships/slideLayout" Target="../slideLayouts/slideLayout97.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34.xml"/><Relationship Id="rId22" Type="http://schemas.openxmlformats.org/officeDocument/2006/relationships/slideLayout" Target="../slideLayouts/slideLayout136.xml"/><Relationship Id="rId21" Type="http://schemas.openxmlformats.org/officeDocument/2006/relationships/slideLayout" Target="../slideLayouts/slideLayout135.xml"/><Relationship Id="rId24" Type="http://schemas.openxmlformats.org/officeDocument/2006/relationships/slideLayout" Target="../slideLayouts/slideLayout138.xml"/><Relationship Id="rId23" Type="http://schemas.openxmlformats.org/officeDocument/2006/relationships/slideLayout" Target="../slideLayouts/slideLayout137.xml"/><Relationship Id="rId1" Type="http://schemas.openxmlformats.org/officeDocument/2006/relationships/image" Target="../media/image5.png"/><Relationship Id="rId2" Type="http://schemas.openxmlformats.org/officeDocument/2006/relationships/slideLayout" Target="../slideLayouts/slideLayout116.xml"/><Relationship Id="rId3" Type="http://schemas.openxmlformats.org/officeDocument/2006/relationships/slideLayout" Target="../slideLayouts/slideLayout117.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26" Type="http://schemas.openxmlformats.org/officeDocument/2006/relationships/slideLayout" Target="../slideLayouts/slideLayout140.xml"/><Relationship Id="rId25" Type="http://schemas.openxmlformats.org/officeDocument/2006/relationships/slideLayout" Target="../slideLayouts/slideLayout139.xml"/><Relationship Id="rId28" Type="http://schemas.openxmlformats.org/officeDocument/2006/relationships/slideLayout" Target="../slideLayouts/slideLayout142.xml"/><Relationship Id="rId27" Type="http://schemas.openxmlformats.org/officeDocument/2006/relationships/slideLayout" Target="../slideLayouts/slideLayout141.xml"/><Relationship Id="rId5" Type="http://schemas.openxmlformats.org/officeDocument/2006/relationships/slideLayout" Target="../slideLayouts/slideLayout119.xml"/><Relationship Id="rId6" Type="http://schemas.openxmlformats.org/officeDocument/2006/relationships/slideLayout" Target="../slideLayouts/slideLayout120.xml"/><Relationship Id="rId29" Type="http://schemas.openxmlformats.org/officeDocument/2006/relationships/slideLayout" Target="../slideLayouts/slideLayout143.xml"/><Relationship Id="rId7" Type="http://schemas.openxmlformats.org/officeDocument/2006/relationships/slideLayout" Target="../slideLayouts/slideLayout121.xml"/><Relationship Id="rId8" Type="http://schemas.openxmlformats.org/officeDocument/2006/relationships/slideLayout" Target="../slideLayouts/slideLayout122.xml"/><Relationship Id="rId31" Type="http://schemas.openxmlformats.org/officeDocument/2006/relationships/slideLayout" Target="../slideLayouts/slideLayout145.xml"/><Relationship Id="rId30" Type="http://schemas.openxmlformats.org/officeDocument/2006/relationships/slideLayout" Target="../slideLayouts/slideLayout144.xml"/><Relationship Id="rId11" Type="http://schemas.openxmlformats.org/officeDocument/2006/relationships/slideLayout" Target="../slideLayouts/slideLayout125.xml"/><Relationship Id="rId33" Type="http://schemas.openxmlformats.org/officeDocument/2006/relationships/slideLayout" Target="../slideLayouts/slideLayout147.xml"/><Relationship Id="rId10" Type="http://schemas.openxmlformats.org/officeDocument/2006/relationships/slideLayout" Target="../slideLayouts/slideLayout124.xml"/><Relationship Id="rId32" Type="http://schemas.openxmlformats.org/officeDocument/2006/relationships/slideLayout" Target="../slideLayouts/slideLayout146.xml"/><Relationship Id="rId13" Type="http://schemas.openxmlformats.org/officeDocument/2006/relationships/slideLayout" Target="../slideLayouts/slideLayout127.xml"/><Relationship Id="rId35" Type="http://schemas.openxmlformats.org/officeDocument/2006/relationships/slideLayout" Target="../slideLayouts/slideLayout149.xml"/><Relationship Id="rId12" Type="http://schemas.openxmlformats.org/officeDocument/2006/relationships/slideLayout" Target="../slideLayouts/slideLayout126.xml"/><Relationship Id="rId34" Type="http://schemas.openxmlformats.org/officeDocument/2006/relationships/slideLayout" Target="../slideLayouts/slideLayout148.xml"/><Relationship Id="rId15" Type="http://schemas.openxmlformats.org/officeDocument/2006/relationships/slideLayout" Target="../slideLayouts/slideLayout129.xml"/><Relationship Id="rId14" Type="http://schemas.openxmlformats.org/officeDocument/2006/relationships/slideLayout" Target="../slideLayouts/slideLayout128.xml"/><Relationship Id="rId36" Type="http://schemas.openxmlformats.org/officeDocument/2006/relationships/theme" Target="../theme/theme7.xml"/><Relationship Id="rId17" Type="http://schemas.openxmlformats.org/officeDocument/2006/relationships/slideLayout" Target="../slideLayouts/slideLayout131.xml"/><Relationship Id="rId16" Type="http://schemas.openxmlformats.org/officeDocument/2006/relationships/slideLayout" Target="../slideLayouts/slideLayout130.xml"/><Relationship Id="rId19" Type="http://schemas.openxmlformats.org/officeDocument/2006/relationships/slideLayout" Target="../slideLayouts/slideLayout133.xml"/><Relationship Id="rId18" Type="http://schemas.openxmlformats.org/officeDocument/2006/relationships/slideLayout" Target="../slideLayouts/slideLayout132.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50.xml"/><Relationship Id="rId3" Type="http://schemas.openxmlformats.org/officeDocument/2006/relationships/slideLayout" Target="../slideLayouts/slideLayout151.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5" Type="http://schemas.openxmlformats.org/officeDocument/2006/relationships/slideLayout" Target="../slideLayouts/slideLayout153.xml"/><Relationship Id="rId6" Type="http://schemas.openxmlformats.org/officeDocument/2006/relationships/slideLayout" Target="../slideLayouts/slideLayout154.xml"/><Relationship Id="rId7" Type="http://schemas.openxmlformats.org/officeDocument/2006/relationships/slideLayout" Target="../slideLayouts/slideLayout155.xml"/><Relationship Id="rId8" Type="http://schemas.openxmlformats.org/officeDocument/2006/relationships/slideLayout" Target="../slideLayouts/slideLayout156.xml"/><Relationship Id="rId11" Type="http://schemas.openxmlformats.org/officeDocument/2006/relationships/slideLayout" Target="../slideLayouts/slideLayout159.xml"/><Relationship Id="rId10" Type="http://schemas.openxmlformats.org/officeDocument/2006/relationships/slideLayout" Target="../slideLayouts/slideLayout158.xml"/><Relationship Id="rId13" Type="http://schemas.openxmlformats.org/officeDocument/2006/relationships/slideLayout" Target="../slideLayouts/slideLayout161.xml"/><Relationship Id="rId12" Type="http://schemas.openxmlformats.org/officeDocument/2006/relationships/slideLayout" Target="../slideLayouts/slideLayout160.xml"/><Relationship Id="rId15" Type="http://schemas.openxmlformats.org/officeDocument/2006/relationships/slideLayout" Target="../slideLayouts/slideLayout163.xml"/><Relationship Id="rId14" Type="http://schemas.openxmlformats.org/officeDocument/2006/relationships/slideLayout" Target="../slideLayouts/slideLayout162.xml"/><Relationship Id="rId17" Type="http://schemas.openxmlformats.org/officeDocument/2006/relationships/slideLayout" Target="../slideLayouts/slideLayout165.xml"/><Relationship Id="rId16" Type="http://schemas.openxmlformats.org/officeDocument/2006/relationships/slideLayout" Target="../slideLayouts/slideLayout164.xml"/><Relationship Id="rId18" Type="http://schemas.openxmlformats.org/officeDocument/2006/relationships/theme" Target="../theme/theme12.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66.xml"/><Relationship Id="rId3" Type="http://schemas.openxmlformats.org/officeDocument/2006/relationships/slideLayout" Target="../slideLayouts/slideLayout167.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5" Type="http://schemas.openxmlformats.org/officeDocument/2006/relationships/slideLayout" Target="../slideLayouts/slideLayout169.xml"/><Relationship Id="rId6" Type="http://schemas.openxmlformats.org/officeDocument/2006/relationships/slideLayout" Target="../slideLayouts/slideLayout170.xml"/><Relationship Id="rId7" Type="http://schemas.openxmlformats.org/officeDocument/2006/relationships/slideLayout" Target="../slideLayouts/slideLayout171.xml"/><Relationship Id="rId8" Type="http://schemas.openxmlformats.org/officeDocument/2006/relationships/slideLayout" Target="../slideLayouts/slideLayout172.xml"/><Relationship Id="rId11" Type="http://schemas.openxmlformats.org/officeDocument/2006/relationships/slideLayout" Target="../slideLayouts/slideLayout175.xml"/><Relationship Id="rId10" Type="http://schemas.openxmlformats.org/officeDocument/2006/relationships/slideLayout" Target="../slideLayouts/slideLayout174.xml"/><Relationship Id="rId13" Type="http://schemas.openxmlformats.org/officeDocument/2006/relationships/slideLayout" Target="../slideLayouts/slideLayout177.xml"/><Relationship Id="rId12" Type="http://schemas.openxmlformats.org/officeDocument/2006/relationships/slideLayout" Target="../slideLayouts/slideLayout176.xml"/><Relationship Id="rId15" Type="http://schemas.openxmlformats.org/officeDocument/2006/relationships/slideLayout" Target="../slideLayouts/slideLayout179.xml"/><Relationship Id="rId14" Type="http://schemas.openxmlformats.org/officeDocument/2006/relationships/slideLayout" Target="../slideLayouts/slideLayout178.xml"/><Relationship Id="rId17" Type="http://schemas.openxmlformats.org/officeDocument/2006/relationships/slideLayout" Target="../slideLayouts/slideLayout181.xml"/><Relationship Id="rId16" Type="http://schemas.openxmlformats.org/officeDocument/2006/relationships/slideLayout" Target="../slideLayouts/slideLayout180.xml"/><Relationship Id="rId18" Type="http://schemas.openxmlformats.org/officeDocument/2006/relationships/theme" Target="../theme/theme6.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82.xml"/><Relationship Id="rId3" Type="http://schemas.openxmlformats.org/officeDocument/2006/relationships/slideLayout" Target="../slideLayouts/slideLayout183.xml"/><Relationship Id="rId4" Type="http://schemas.openxmlformats.org/officeDocument/2006/relationships/slideLayout" Target="../slideLayouts/slideLayout184.xml"/><Relationship Id="rId9" Type="http://schemas.openxmlformats.org/officeDocument/2006/relationships/slideLayout" Target="../slideLayouts/slideLayout189.xml"/><Relationship Id="rId5" Type="http://schemas.openxmlformats.org/officeDocument/2006/relationships/slideLayout" Target="../slideLayouts/slideLayout185.xml"/><Relationship Id="rId6" Type="http://schemas.openxmlformats.org/officeDocument/2006/relationships/slideLayout" Target="../slideLayouts/slideLayout186.xml"/><Relationship Id="rId7" Type="http://schemas.openxmlformats.org/officeDocument/2006/relationships/slideLayout" Target="../slideLayouts/slideLayout187.xml"/><Relationship Id="rId8" Type="http://schemas.openxmlformats.org/officeDocument/2006/relationships/slideLayout" Target="../slideLayouts/slideLayout188.xml"/><Relationship Id="rId11" Type="http://schemas.openxmlformats.org/officeDocument/2006/relationships/slideLayout" Target="../slideLayouts/slideLayout191.xml"/><Relationship Id="rId10" Type="http://schemas.openxmlformats.org/officeDocument/2006/relationships/slideLayout" Target="../slideLayouts/slideLayout190.xml"/><Relationship Id="rId13" Type="http://schemas.openxmlformats.org/officeDocument/2006/relationships/slideLayout" Target="../slideLayouts/slideLayout193.xml"/><Relationship Id="rId12" Type="http://schemas.openxmlformats.org/officeDocument/2006/relationships/slideLayout" Target="../slideLayouts/slideLayout192.xml"/><Relationship Id="rId15" Type="http://schemas.openxmlformats.org/officeDocument/2006/relationships/slideLayout" Target="../slideLayouts/slideLayout195.xml"/><Relationship Id="rId14" Type="http://schemas.openxmlformats.org/officeDocument/2006/relationships/slideLayout" Target="../slideLayouts/slideLayout194.xml"/><Relationship Id="rId17" Type="http://schemas.openxmlformats.org/officeDocument/2006/relationships/slideLayout" Target="../slideLayouts/slideLayout197.xml"/><Relationship Id="rId16" Type="http://schemas.openxmlformats.org/officeDocument/2006/relationships/slideLayout" Target="../slideLayouts/slideLayout196.xml"/><Relationship Id="rId18" Type="http://schemas.openxmlformats.org/officeDocument/2006/relationships/theme" Target="../theme/theme2.xml"/></Relationships>
</file>

<file path=ppt/slideMasters/_rels/slideMaster10.xml.rels><?xml version="1.0" encoding="UTF-8" standalone="yes"?><Relationships xmlns="http://schemas.openxmlformats.org/package/2006/relationships"><Relationship Id="rId20" Type="http://schemas.openxmlformats.org/officeDocument/2006/relationships/slideLayout" Target="../slideLayouts/slideLayout216.xml"/><Relationship Id="rId22" Type="http://schemas.openxmlformats.org/officeDocument/2006/relationships/slideLayout" Target="../slideLayouts/slideLayout218.xml"/><Relationship Id="rId21" Type="http://schemas.openxmlformats.org/officeDocument/2006/relationships/slideLayout" Target="../slideLayouts/slideLayout217.xml"/><Relationship Id="rId24" Type="http://schemas.openxmlformats.org/officeDocument/2006/relationships/slideLayout" Target="../slideLayouts/slideLayout220.xml"/><Relationship Id="rId23" Type="http://schemas.openxmlformats.org/officeDocument/2006/relationships/slideLayout" Target="../slideLayouts/slideLayout219.xml"/><Relationship Id="rId1" Type="http://schemas.openxmlformats.org/officeDocument/2006/relationships/image" Target="../media/image5.png"/><Relationship Id="rId2" Type="http://schemas.openxmlformats.org/officeDocument/2006/relationships/slideLayout" Target="../slideLayouts/slideLayout198.xml"/><Relationship Id="rId3" Type="http://schemas.openxmlformats.org/officeDocument/2006/relationships/slideLayout" Target="../slideLayouts/slideLayout199.xml"/><Relationship Id="rId4" Type="http://schemas.openxmlformats.org/officeDocument/2006/relationships/slideLayout" Target="../slideLayouts/slideLayout200.xml"/><Relationship Id="rId9" Type="http://schemas.openxmlformats.org/officeDocument/2006/relationships/slideLayout" Target="../slideLayouts/slideLayout205.xml"/><Relationship Id="rId26" Type="http://schemas.openxmlformats.org/officeDocument/2006/relationships/slideLayout" Target="../slideLayouts/slideLayout222.xml"/><Relationship Id="rId25" Type="http://schemas.openxmlformats.org/officeDocument/2006/relationships/slideLayout" Target="../slideLayouts/slideLayout221.xml"/><Relationship Id="rId28" Type="http://schemas.openxmlformats.org/officeDocument/2006/relationships/slideLayout" Target="../slideLayouts/slideLayout224.xml"/><Relationship Id="rId27" Type="http://schemas.openxmlformats.org/officeDocument/2006/relationships/slideLayout" Target="../slideLayouts/slideLayout223.xml"/><Relationship Id="rId5" Type="http://schemas.openxmlformats.org/officeDocument/2006/relationships/slideLayout" Target="../slideLayouts/slideLayout201.xml"/><Relationship Id="rId6" Type="http://schemas.openxmlformats.org/officeDocument/2006/relationships/slideLayout" Target="../slideLayouts/slideLayout202.xml"/><Relationship Id="rId29" Type="http://schemas.openxmlformats.org/officeDocument/2006/relationships/slideLayout" Target="../slideLayouts/slideLayout225.xml"/><Relationship Id="rId7" Type="http://schemas.openxmlformats.org/officeDocument/2006/relationships/slideLayout" Target="../slideLayouts/slideLayout203.xml"/><Relationship Id="rId8" Type="http://schemas.openxmlformats.org/officeDocument/2006/relationships/slideLayout" Target="../slideLayouts/slideLayout204.xml"/><Relationship Id="rId31" Type="http://schemas.openxmlformats.org/officeDocument/2006/relationships/slideLayout" Target="../slideLayouts/slideLayout227.xml"/><Relationship Id="rId30" Type="http://schemas.openxmlformats.org/officeDocument/2006/relationships/slideLayout" Target="../slideLayouts/slideLayout226.xml"/><Relationship Id="rId11" Type="http://schemas.openxmlformats.org/officeDocument/2006/relationships/slideLayout" Target="../slideLayouts/slideLayout207.xml"/><Relationship Id="rId33" Type="http://schemas.openxmlformats.org/officeDocument/2006/relationships/slideLayout" Target="../slideLayouts/slideLayout229.xml"/><Relationship Id="rId10" Type="http://schemas.openxmlformats.org/officeDocument/2006/relationships/slideLayout" Target="../slideLayouts/slideLayout206.xml"/><Relationship Id="rId32" Type="http://schemas.openxmlformats.org/officeDocument/2006/relationships/slideLayout" Target="../slideLayouts/slideLayout228.xml"/><Relationship Id="rId13" Type="http://schemas.openxmlformats.org/officeDocument/2006/relationships/slideLayout" Target="../slideLayouts/slideLayout209.xml"/><Relationship Id="rId35" Type="http://schemas.openxmlformats.org/officeDocument/2006/relationships/slideLayout" Target="../slideLayouts/slideLayout231.xml"/><Relationship Id="rId12" Type="http://schemas.openxmlformats.org/officeDocument/2006/relationships/slideLayout" Target="../slideLayouts/slideLayout208.xml"/><Relationship Id="rId34" Type="http://schemas.openxmlformats.org/officeDocument/2006/relationships/slideLayout" Target="../slideLayouts/slideLayout230.xml"/><Relationship Id="rId15" Type="http://schemas.openxmlformats.org/officeDocument/2006/relationships/slideLayout" Target="../slideLayouts/slideLayout211.xml"/><Relationship Id="rId37" Type="http://schemas.openxmlformats.org/officeDocument/2006/relationships/slideLayout" Target="../slideLayouts/slideLayout233.xml"/><Relationship Id="rId14" Type="http://schemas.openxmlformats.org/officeDocument/2006/relationships/slideLayout" Target="../slideLayouts/slideLayout210.xml"/><Relationship Id="rId36" Type="http://schemas.openxmlformats.org/officeDocument/2006/relationships/slideLayout" Target="../slideLayouts/slideLayout232.xml"/><Relationship Id="rId17" Type="http://schemas.openxmlformats.org/officeDocument/2006/relationships/slideLayout" Target="../slideLayouts/slideLayout213.xml"/><Relationship Id="rId39" Type="http://schemas.openxmlformats.org/officeDocument/2006/relationships/theme" Target="../theme/theme9.xml"/><Relationship Id="rId16" Type="http://schemas.openxmlformats.org/officeDocument/2006/relationships/slideLayout" Target="../slideLayouts/slideLayout212.xml"/><Relationship Id="rId38" Type="http://schemas.openxmlformats.org/officeDocument/2006/relationships/slideLayout" Target="../slideLayouts/slideLayout234.xml"/><Relationship Id="rId19" Type="http://schemas.openxmlformats.org/officeDocument/2006/relationships/slideLayout" Target="../slideLayouts/slideLayout215.xml"/><Relationship Id="rId18" Type="http://schemas.openxmlformats.org/officeDocument/2006/relationships/slideLayout" Target="../slideLayouts/slideLayout214.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35.xml"/><Relationship Id="rId3" Type="http://schemas.openxmlformats.org/officeDocument/2006/relationships/slideLayout" Target="../slideLayouts/slideLayout236.xml"/><Relationship Id="rId4" Type="http://schemas.openxmlformats.org/officeDocument/2006/relationships/slideLayout" Target="../slideLayouts/slideLayout237.xml"/><Relationship Id="rId9" Type="http://schemas.openxmlformats.org/officeDocument/2006/relationships/slideLayout" Target="../slideLayouts/slideLayout242.xml"/><Relationship Id="rId5" Type="http://schemas.openxmlformats.org/officeDocument/2006/relationships/slideLayout" Target="../slideLayouts/slideLayout238.xml"/><Relationship Id="rId6" Type="http://schemas.openxmlformats.org/officeDocument/2006/relationships/slideLayout" Target="../slideLayouts/slideLayout239.xml"/><Relationship Id="rId7" Type="http://schemas.openxmlformats.org/officeDocument/2006/relationships/slideLayout" Target="../slideLayouts/slideLayout240.xml"/><Relationship Id="rId8" Type="http://schemas.openxmlformats.org/officeDocument/2006/relationships/slideLayout" Target="../slideLayouts/slideLayout241.xml"/><Relationship Id="rId11" Type="http://schemas.openxmlformats.org/officeDocument/2006/relationships/slideLayout" Target="../slideLayouts/slideLayout244.xml"/><Relationship Id="rId10" Type="http://schemas.openxmlformats.org/officeDocument/2006/relationships/slideLayout" Target="../slideLayouts/slideLayout243.xml"/><Relationship Id="rId12" Type="http://schemas.openxmlformats.org/officeDocument/2006/relationships/theme" Target="../theme/theme5.xml"/></Relationships>
</file>

<file path=ppt/slideMasters/_rels/slideMaster12.xml.rels><?xml version="1.0" encoding="UTF-8" standalone="yes"?><Relationships xmlns="http://schemas.openxmlformats.org/package/2006/relationships"><Relationship Id="rId40" Type="http://schemas.openxmlformats.org/officeDocument/2006/relationships/slideLayout" Target="../slideLayouts/slideLayout284.xml"/><Relationship Id="rId42" Type="http://schemas.openxmlformats.org/officeDocument/2006/relationships/slideLayout" Target="../slideLayouts/slideLayout286.xml"/><Relationship Id="rId41" Type="http://schemas.openxmlformats.org/officeDocument/2006/relationships/slideLayout" Target="../slideLayouts/slideLayout285.xml"/><Relationship Id="rId44" Type="http://schemas.openxmlformats.org/officeDocument/2006/relationships/slideLayout" Target="../slideLayouts/slideLayout288.xml"/><Relationship Id="rId43" Type="http://schemas.openxmlformats.org/officeDocument/2006/relationships/slideLayout" Target="../slideLayouts/slideLayout287.xml"/><Relationship Id="rId46" Type="http://schemas.openxmlformats.org/officeDocument/2006/relationships/slideLayout" Target="../slideLayouts/slideLayout290.xml"/><Relationship Id="rId45" Type="http://schemas.openxmlformats.org/officeDocument/2006/relationships/slideLayout" Target="../slideLayouts/slideLayout289.xml"/><Relationship Id="rId1" Type="http://schemas.openxmlformats.org/officeDocument/2006/relationships/slideLayout" Target="../slideLayouts/slideLayout245.xml"/><Relationship Id="rId2" Type="http://schemas.openxmlformats.org/officeDocument/2006/relationships/slideLayout" Target="../slideLayouts/slideLayout246.xml"/><Relationship Id="rId3" Type="http://schemas.openxmlformats.org/officeDocument/2006/relationships/slideLayout" Target="../slideLayouts/slideLayout247.xml"/><Relationship Id="rId4" Type="http://schemas.openxmlformats.org/officeDocument/2006/relationships/slideLayout" Target="../slideLayouts/slideLayout248.xml"/><Relationship Id="rId9" Type="http://schemas.openxmlformats.org/officeDocument/2006/relationships/slideLayout" Target="../slideLayouts/slideLayout253.xml"/><Relationship Id="rId48" Type="http://schemas.openxmlformats.org/officeDocument/2006/relationships/slideLayout" Target="../slideLayouts/slideLayout292.xml"/><Relationship Id="rId47" Type="http://schemas.openxmlformats.org/officeDocument/2006/relationships/slideLayout" Target="../slideLayouts/slideLayout291.xml"/><Relationship Id="rId49" Type="http://schemas.openxmlformats.org/officeDocument/2006/relationships/slideLayout" Target="../slideLayouts/slideLayout293.xml"/><Relationship Id="rId5" Type="http://schemas.openxmlformats.org/officeDocument/2006/relationships/slideLayout" Target="../slideLayouts/slideLayout249.xml"/><Relationship Id="rId6" Type="http://schemas.openxmlformats.org/officeDocument/2006/relationships/slideLayout" Target="../slideLayouts/slideLayout250.xml"/><Relationship Id="rId7" Type="http://schemas.openxmlformats.org/officeDocument/2006/relationships/slideLayout" Target="../slideLayouts/slideLayout251.xml"/><Relationship Id="rId8" Type="http://schemas.openxmlformats.org/officeDocument/2006/relationships/slideLayout" Target="../slideLayouts/slideLayout252.xml"/><Relationship Id="rId31" Type="http://schemas.openxmlformats.org/officeDocument/2006/relationships/slideLayout" Target="../slideLayouts/slideLayout275.xml"/><Relationship Id="rId30" Type="http://schemas.openxmlformats.org/officeDocument/2006/relationships/slideLayout" Target="../slideLayouts/slideLayout274.xml"/><Relationship Id="rId33" Type="http://schemas.openxmlformats.org/officeDocument/2006/relationships/slideLayout" Target="../slideLayouts/slideLayout277.xml"/><Relationship Id="rId32" Type="http://schemas.openxmlformats.org/officeDocument/2006/relationships/slideLayout" Target="../slideLayouts/slideLayout276.xml"/><Relationship Id="rId35" Type="http://schemas.openxmlformats.org/officeDocument/2006/relationships/slideLayout" Target="../slideLayouts/slideLayout279.xml"/><Relationship Id="rId34" Type="http://schemas.openxmlformats.org/officeDocument/2006/relationships/slideLayout" Target="../slideLayouts/slideLayout278.xml"/><Relationship Id="rId37" Type="http://schemas.openxmlformats.org/officeDocument/2006/relationships/slideLayout" Target="../slideLayouts/slideLayout281.xml"/><Relationship Id="rId36" Type="http://schemas.openxmlformats.org/officeDocument/2006/relationships/slideLayout" Target="../slideLayouts/slideLayout280.xml"/><Relationship Id="rId39" Type="http://schemas.openxmlformats.org/officeDocument/2006/relationships/slideLayout" Target="../slideLayouts/slideLayout283.xml"/><Relationship Id="rId38" Type="http://schemas.openxmlformats.org/officeDocument/2006/relationships/slideLayout" Target="../slideLayouts/slideLayout282.xml"/><Relationship Id="rId20" Type="http://schemas.openxmlformats.org/officeDocument/2006/relationships/slideLayout" Target="../slideLayouts/slideLayout264.xml"/><Relationship Id="rId22" Type="http://schemas.openxmlformats.org/officeDocument/2006/relationships/slideLayout" Target="../slideLayouts/slideLayout266.xml"/><Relationship Id="rId21" Type="http://schemas.openxmlformats.org/officeDocument/2006/relationships/slideLayout" Target="../slideLayouts/slideLayout265.xml"/><Relationship Id="rId24" Type="http://schemas.openxmlformats.org/officeDocument/2006/relationships/slideLayout" Target="../slideLayouts/slideLayout268.xml"/><Relationship Id="rId23" Type="http://schemas.openxmlformats.org/officeDocument/2006/relationships/slideLayout" Target="../slideLayouts/slideLayout267.xml"/><Relationship Id="rId26" Type="http://schemas.openxmlformats.org/officeDocument/2006/relationships/slideLayout" Target="../slideLayouts/slideLayout270.xml"/><Relationship Id="rId25" Type="http://schemas.openxmlformats.org/officeDocument/2006/relationships/slideLayout" Target="../slideLayouts/slideLayout269.xml"/><Relationship Id="rId28" Type="http://schemas.openxmlformats.org/officeDocument/2006/relationships/slideLayout" Target="../slideLayouts/slideLayout272.xml"/><Relationship Id="rId27" Type="http://schemas.openxmlformats.org/officeDocument/2006/relationships/slideLayout" Target="../slideLayouts/slideLayout271.xml"/><Relationship Id="rId29" Type="http://schemas.openxmlformats.org/officeDocument/2006/relationships/slideLayout" Target="../slideLayouts/slideLayout273.xml"/><Relationship Id="rId51" Type="http://schemas.openxmlformats.org/officeDocument/2006/relationships/slideLayout" Target="../slideLayouts/slideLayout295.xml"/><Relationship Id="rId50" Type="http://schemas.openxmlformats.org/officeDocument/2006/relationships/slideLayout" Target="../slideLayouts/slideLayout294.xml"/><Relationship Id="rId52" Type="http://schemas.openxmlformats.org/officeDocument/2006/relationships/theme" Target="../theme/theme4.xml"/><Relationship Id="rId11" Type="http://schemas.openxmlformats.org/officeDocument/2006/relationships/slideLayout" Target="../slideLayouts/slideLayout255.xml"/><Relationship Id="rId10" Type="http://schemas.openxmlformats.org/officeDocument/2006/relationships/slideLayout" Target="../slideLayouts/slideLayout254.xml"/><Relationship Id="rId13" Type="http://schemas.openxmlformats.org/officeDocument/2006/relationships/slideLayout" Target="../slideLayouts/slideLayout257.xml"/><Relationship Id="rId12" Type="http://schemas.openxmlformats.org/officeDocument/2006/relationships/slideLayout" Target="../slideLayouts/slideLayout256.xml"/><Relationship Id="rId15" Type="http://schemas.openxmlformats.org/officeDocument/2006/relationships/slideLayout" Target="../slideLayouts/slideLayout259.xml"/><Relationship Id="rId14" Type="http://schemas.openxmlformats.org/officeDocument/2006/relationships/slideLayout" Target="../slideLayouts/slideLayout258.xml"/><Relationship Id="rId17" Type="http://schemas.openxmlformats.org/officeDocument/2006/relationships/slideLayout" Target="../slideLayouts/slideLayout261.xml"/><Relationship Id="rId16" Type="http://schemas.openxmlformats.org/officeDocument/2006/relationships/slideLayout" Target="../slideLayouts/slideLayout260.xml"/><Relationship Id="rId19" Type="http://schemas.openxmlformats.org/officeDocument/2006/relationships/slideLayout" Target="../slideLayouts/slideLayout263.xml"/><Relationship Id="rId18" Type="http://schemas.openxmlformats.org/officeDocument/2006/relationships/slideLayout" Target="../slideLayouts/slideLayout262.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96.xml"/><Relationship Id="rId3" Type="http://schemas.openxmlformats.org/officeDocument/2006/relationships/slideLayout" Target="../slideLayouts/slideLayout297.xml"/><Relationship Id="rId4" Type="http://schemas.openxmlformats.org/officeDocument/2006/relationships/slideLayout" Target="../slideLayouts/slideLayout298.xml"/><Relationship Id="rId9" Type="http://schemas.openxmlformats.org/officeDocument/2006/relationships/slideLayout" Target="../slideLayouts/slideLayout303.xml"/><Relationship Id="rId5" Type="http://schemas.openxmlformats.org/officeDocument/2006/relationships/slideLayout" Target="../slideLayouts/slideLayout299.xml"/><Relationship Id="rId6" Type="http://schemas.openxmlformats.org/officeDocument/2006/relationships/slideLayout" Target="../slideLayouts/slideLayout300.xml"/><Relationship Id="rId7" Type="http://schemas.openxmlformats.org/officeDocument/2006/relationships/slideLayout" Target="../slideLayouts/slideLayout301.xml"/><Relationship Id="rId8" Type="http://schemas.openxmlformats.org/officeDocument/2006/relationships/slideLayout" Target="../slideLayouts/slideLayout302.xml"/><Relationship Id="rId11" Type="http://schemas.openxmlformats.org/officeDocument/2006/relationships/slideLayout" Target="../slideLayouts/slideLayout305.xml"/><Relationship Id="rId10" Type="http://schemas.openxmlformats.org/officeDocument/2006/relationships/slideLayout" Target="../slideLayouts/slideLayout304.xml"/><Relationship Id="rId13" Type="http://schemas.openxmlformats.org/officeDocument/2006/relationships/theme" Target="../theme/theme13.xml"/><Relationship Id="rId12" Type="http://schemas.openxmlformats.org/officeDocument/2006/relationships/slideLayout" Target="../slideLayouts/slideLayout306.xml"/></Relationships>
</file>

<file path=ppt/slideMasters/_rels/slideMaster1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07.xml"/><Relationship Id="rId3" Type="http://schemas.openxmlformats.org/officeDocument/2006/relationships/slideLayout" Target="../slideLayouts/slideLayout308.xml"/><Relationship Id="rId4" Type="http://schemas.openxmlformats.org/officeDocument/2006/relationships/slideLayout" Target="../slideLayouts/slideLayout309.xml"/><Relationship Id="rId9" Type="http://schemas.openxmlformats.org/officeDocument/2006/relationships/slideLayout" Target="../slideLayouts/slideLayout314.xml"/><Relationship Id="rId5" Type="http://schemas.openxmlformats.org/officeDocument/2006/relationships/slideLayout" Target="../slideLayouts/slideLayout310.xml"/><Relationship Id="rId6" Type="http://schemas.openxmlformats.org/officeDocument/2006/relationships/slideLayout" Target="../slideLayouts/slideLayout311.xml"/><Relationship Id="rId7" Type="http://schemas.openxmlformats.org/officeDocument/2006/relationships/slideLayout" Target="../slideLayouts/slideLayout312.xml"/><Relationship Id="rId8" Type="http://schemas.openxmlformats.org/officeDocument/2006/relationships/slideLayout" Target="../slideLayouts/slideLayout313.xml"/><Relationship Id="rId11" Type="http://schemas.openxmlformats.org/officeDocument/2006/relationships/slideLayout" Target="../slideLayouts/slideLayout316.xml"/><Relationship Id="rId10" Type="http://schemas.openxmlformats.org/officeDocument/2006/relationships/slideLayout" Target="../slideLayouts/slideLayout315.xml"/><Relationship Id="rId13" Type="http://schemas.openxmlformats.org/officeDocument/2006/relationships/slideLayout" Target="../slideLayouts/slideLayout318.xml"/><Relationship Id="rId12" Type="http://schemas.openxmlformats.org/officeDocument/2006/relationships/slideLayout" Target="../slideLayouts/slideLayout317.xml"/><Relationship Id="rId15" Type="http://schemas.openxmlformats.org/officeDocument/2006/relationships/slideLayout" Target="../slideLayouts/slideLayout320.xml"/><Relationship Id="rId14" Type="http://schemas.openxmlformats.org/officeDocument/2006/relationships/slideLayout" Target="../slideLayouts/slideLayout319.xml"/><Relationship Id="rId17" Type="http://schemas.openxmlformats.org/officeDocument/2006/relationships/theme" Target="../theme/theme3.xml"/><Relationship Id="rId16" Type="http://schemas.openxmlformats.org/officeDocument/2006/relationships/slideLayout" Target="../slideLayouts/slideLayout3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9pPr>
          </a:lstStyle>
          <a:p/>
        </p:txBody>
      </p:sp>
      <p:sp>
        <p:nvSpPr>
          <p:cNvPr id="11" name="Google Shape;11;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 name="Google Shape;13;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 name="Google Shape;14;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7" name="Google Shape;177;p68"/>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178" name="Google Shape;178;p68"/>
          <p:cNvPicPr preferRelativeResize="0"/>
          <p:nvPr/>
        </p:nvPicPr>
        <p:blipFill rotWithShape="1">
          <a:blip r:embed="rId1">
            <a:alphaModFix/>
          </a:blip>
          <a:srcRect b="5334" l="1923" r="0" t="0"/>
          <a:stretch/>
        </p:blipFill>
        <p:spPr>
          <a:xfrm>
            <a:off x="6629400" y="-1"/>
            <a:ext cx="2193193" cy="692697"/>
          </a:xfrm>
          <a:prstGeom prst="rect">
            <a:avLst/>
          </a:prstGeom>
          <a:noFill/>
          <a:ln>
            <a:noFill/>
          </a:ln>
        </p:spPr>
      </p:pic>
      <p:grpSp>
        <p:nvGrpSpPr>
          <p:cNvPr id="179" name="Google Shape;179;p68"/>
          <p:cNvGrpSpPr/>
          <p:nvPr/>
        </p:nvGrpSpPr>
        <p:grpSpPr>
          <a:xfrm>
            <a:off x="2133600" y="6553200"/>
            <a:ext cx="7010400" cy="45719"/>
            <a:chOff x="1905000" y="6553200"/>
            <a:chExt cx="7010400" cy="45719"/>
          </a:xfrm>
        </p:grpSpPr>
        <p:sp>
          <p:nvSpPr>
            <p:cNvPr id="180" name="Google Shape;180;p68"/>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181" name="Google Shape;181;p6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182" name="Google Shape;182;p68"/>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grpSp>
      <p:grpSp>
        <p:nvGrpSpPr>
          <p:cNvPr id="183" name="Google Shape;183;p68"/>
          <p:cNvGrpSpPr/>
          <p:nvPr/>
        </p:nvGrpSpPr>
        <p:grpSpPr>
          <a:xfrm>
            <a:off x="0" y="1295400"/>
            <a:ext cx="7010400" cy="45719"/>
            <a:chOff x="1905000" y="6553200"/>
            <a:chExt cx="7010400" cy="45719"/>
          </a:xfrm>
        </p:grpSpPr>
        <p:sp>
          <p:nvSpPr>
            <p:cNvPr id="184" name="Google Shape;184;p68"/>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185" name="Google Shape;185;p6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186" name="Google Shape;186;p68"/>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grpSp>
    </p:spTree>
  </p:cSld>
  <p:clrMap accent1="accent1" accent2="accent2" accent3="accent3" accent4="accent4" accent5="accent5" accent6="accent6" bg1="lt1" bg2="dk2" tx1="dk1" tx2="lt2" folHlink="folHlink" hlink="hlink"/>
  <p:sldLayoutIdLst>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sp>
        <p:nvSpPr>
          <p:cNvPr id="283" name="Google Shape;283;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9pPr>
          </a:lstStyle>
          <a:p/>
        </p:txBody>
      </p:sp>
      <p:sp>
        <p:nvSpPr>
          <p:cNvPr id="284" name="Google Shape;284;p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8" name="Shape 718"/>
        <p:cNvGrpSpPr/>
        <p:nvPr/>
      </p:nvGrpSpPr>
      <p:grpSpPr>
        <a:xfrm>
          <a:off x="0" y="0"/>
          <a:ext cx="0" cy="0"/>
          <a:chOff x="0" y="0"/>
          <a:chExt cx="0" cy="0"/>
        </a:xfrm>
      </p:grpSpPr>
      <p:sp>
        <p:nvSpPr>
          <p:cNvPr id="719" name="Google Shape;719;p7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20" name="Google Shape;720;p7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721" name="Google Shape;721;p73"/>
          <p:cNvPicPr preferRelativeResize="0"/>
          <p:nvPr/>
        </p:nvPicPr>
        <p:blipFill rotWithShape="1">
          <a:blip r:embed="rId1">
            <a:alphaModFix/>
          </a:blip>
          <a:srcRect b="5334" l="1923" r="0" t="0"/>
          <a:stretch/>
        </p:blipFill>
        <p:spPr>
          <a:xfrm>
            <a:off x="6629400" y="0"/>
            <a:ext cx="2193925" cy="692150"/>
          </a:xfrm>
          <a:prstGeom prst="rect">
            <a:avLst/>
          </a:prstGeom>
          <a:noFill/>
          <a:ln>
            <a:noFill/>
          </a:ln>
        </p:spPr>
      </p:pic>
      <p:grpSp>
        <p:nvGrpSpPr>
          <p:cNvPr id="722" name="Google Shape;722;p73"/>
          <p:cNvGrpSpPr/>
          <p:nvPr/>
        </p:nvGrpSpPr>
        <p:grpSpPr>
          <a:xfrm>
            <a:off x="2133600" y="6553200"/>
            <a:ext cx="7010400" cy="46038"/>
            <a:chOff x="1905000" y="6553200"/>
            <a:chExt cx="7010400" cy="45719"/>
          </a:xfrm>
        </p:grpSpPr>
        <p:sp>
          <p:nvSpPr>
            <p:cNvPr id="723" name="Google Shape;723;p7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24" name="Google Shape;724;p7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25" name="Google Shape;725;p7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726" name="Google Shape;726;p73"/>
          <p:cNvGrpSpPr/>
          <p:nvPr/>
        </p:nvGrpSpPr>
        <p:grpSpPr>
          <a:xfrm>
            <a:off x="0" y="1295400"/>
            <a:ext cx="7010400" cy="46038"/>
            <a:chOff x="1905000" y="6553200"/>
            <a:chExt cx="7010400" cy="45719"/>
          </a:xfrm>
        </p:grpSpPr>
        <p:sp>
          <p:nvSpPr>
            <p:cNvPr id="727" name="Google Shape;727;p7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28" name="Google Shape;728;p7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29" name="Google Shape;729;p7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0" name="Shape 850"/>
        <p:cNvGrpSpPr/>
        <p:nvPr/>
      </p:nvGrpSpPr>
      <p:grpSpPr>
        <a:xfrm>
          <a:off x="0" y="0"/>
          <a:ext cx="0" cy="0"/>
          <a:chOff x="0" y="0"/>
          <a:chExt cx="0" cy="0"/>
        </a:xfrm>
      </p:grpSpPr>
      <p:sp>
        <p:nvSpPr>
          <p:cNvPr id="851" name="Google Shape;851;p76"/>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852" name="Google Shape;852;p76"/>
          <p:cNvSpPr txBox="1"/>
          <p:nvPr/>
        </p:nvSpPr>
        <p:spPr>
          <a:xfrm>
            <a:off x="3276600" y="6596391"/>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853" name="Google Shape;853;p76"/>
          <p:cNvPicPr preferRelativeResize="0"/>
          <p:nvPr/>
        </p:nvPicPr>
        <p:blipFill rotWithShape="1">
          <a:blip r:embed="rId1">
            <a:alphaModFix/>
          </a:blip>
          <a:srcRect b="5334" l="1923" r="0" t="0"/>
          <a:stretch/>
        </p:blipFill>
        <p:spPr>
          <a:xfrm>
            <a:off x="6629401" y="-1"/>
            <a:ext cx="2193193" cy="692697"/>
          </a:xfrm>
          <a:prstGeom prst="rect">
            <a:avLst/>
          </a:prstGeom>
          <a:noFill/>
          <a:ln>
            <a:noFill/>
          </a:ln>
        </p:spPr>
      </p:pic>
      <p:grpSp>
        <p:nvGrpSpPr>
          <p:cNvPr id="854" name="Google Shape;854;p76"/>
          <p:cNvGrpSpPr/>
          <p:nvPr/>
        </p:nvGrpSpPr>
        <p:grpSpPr>
          <a:xfrm>
            <a:off x="2133600" y="6553202"/>
            <a:ext cx="7010400" cy="45719"/>
            <a:chOff x="1905000" y="6553200"/>
            <a:chExt cx="7010400" cy="45719"/>
          </a:xfrm>
        </p:grpSpPr>
        <p:sp>
          <p:nvSpPr>
            <p:cNvPr id="855" name="Google Shape;855;p76"/>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56" name="Google Shape;856;p7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57" name="Google Shape;857;p76"/>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858" name="Google Shape;858;p76"/>
          <p:cNvGrpSpPr/>
          <p:nvPr/>
        </p:nvGrpSpPr>
        <p:grpSpPr>
          <a:xfrm>
            <a:off x="0" y="1295402"/>
            <a:ext cx="7010400" cy="45719"/>
            <a:chOff x="1905000" y="6553200"/>
            <a:chExt cx="7010400" cy="45719"/>
          </a:xfrm>
        </p:grpSpPr>
        <p:sp>
          <p:nvSpPr>
            <p:cNvPr id="859" name="Google Shape;859;p76"/>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60" name="Google Shape;860;p7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861" name="Google Shape;861;p76"/>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4" name="Shape 1284"/>
        <p:cNvGrpSpPr/>
        <p:nvPr/>
      </p:nvGrpSpPr>
      <p:grpSpPr>
        <a:xfrm>
          <a:off x="0" y="0"/>
          <a:ext cx="0" cy="0"/>
          <a:chOff x="0" y="0"/>
          <a:chExt cx="0" cy="0"/>
        </a:xfrm>
      </p:grpSpPr>
      <p:sp>
        <p:nvSpPr>
          <p:cNvPr id="1285" name="Google Shape;1285;p78"/>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86" name="Google Shape;1286;p78"/>
          <p:cNvSpPr txBox="1"/>
          <p:nvPr/>
        </p:nvSpPr>
        <p:spPr>
          <a:xfrm>
            <a:off x="3276600" y="6596391"/>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1287" name="Google Shape;1287;p78"/>
          <p:cNvPicPr preferRelativeResize="0"/>
          <p:nvPr/>
        </p:nvPicPr>
        <p:blipFill rotWithShape="1">
          <a:blip r:embed="rId1">
            <a:alphaModFix/>
          </a:blip>
          <a:srcRect b="5334" l="1923" r="0" t="0"/>
          <a:stretch/>
        </p:blipFill>
        <p:spPr>
          <a:xfrm>
            <a:off x="6629401" y="-1"/>
            <a:ext cx="2193193" cy="692697"/>
          </a:xfrm>
          <a:prstGeom prst="rect">
            <a:avLst/>
          </a:prstGeom>
          <a:noFill/>
          <a:ln>
            <a:noFill/>
          </a:ln>
        </p:spPr>
      </p:pic>
      <p:grpSp>
        <p:nvGrpSpPr>
          <p:cNvPr id="1288" name="Google Shape;1288;p78"/>
          <p:cNvGrpSpPr/>
          <p:nvPr/>
        </p:nvGrpSpPr>
        <p:grpSpPr>
          <a:xfrm>
            <a:off x="2133600" y="6553202"/>
            <a:ext cx="7010400" cy="45719"/>
            <a:chOff x="1905000" y="6553200"/>
            <a:chExt cx="7010400" cy="45719"/>
          </a:xfrm>
        </p:grpSpPr>
        <p:sp>
          <p:nvSpPr>
            <p:cNvPr id="1289" name="Google Shape;1289;p78"/>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90" name="Google Shape;1290;p7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91" name="Google Shape;1291;p78"/>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292" name="Google Shape;1292;p78"/>
          <p:cNvGrpSpPr/>
          <p:nvPr/>
        </p:nvGrpSpPr>
        <p:grpSpPr>
          <a:xfrm>
            <a:off x="0" y="1295402"/>
            <a:ext cx="7010400" cy="45719"/>
            <a:chOff x="1905000" y="6553200"/>
            <a:chExt cx="7010400" cy="45719"/>
          </a:xfrm>
        </p:grpSpPr>
        <p:sp>
          <p:nvSpPr>
            <p:cNvPr id="1293" name="Google Shape;1293;p78"/>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94" name="Google Shape;1294;p7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95" name="Google Shape;1295;p78"/>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 id="214748380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3" name="Shape 1703"/>
        <p:cNvGrpSpPr/>
        <p:nvPr/>
      </p:nvGrpSpPr>
      <p:grpSpPr>
        <a:xfrm>
          <a:off x="0" y="0"/>
          <a:ext cx="0" cy="0"/>
          <a:chOff x="0" y="0"/>
          <a:chExt cx="0" cy="0"/>
        </a:xfrm>
      </p:grpSpPr>
      <p:sp>
        <p:nvSpPr>
          <p:cNvPr id="1704" name="Google Shape;1704;p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05" name="Google Shape;1705;p8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1706" name="Google Shape;1706;p80"/>
          <p:cNvPicPr preferRelativeResize="0"/>
          <p:nvPr/>
        </p:nvPicPr>
        <p:blipFill rotWithShape="1">
          <a:blip r:embed="rId1">
            <a:alphaModFix/>
          </a:blip>
          <a:srcRect b="5334" l="1923" r="0" t="0"/>
          <a:stretch/>
        </p:blipFill>
        <p:spPr>
          <a:xfrm>
            <a:off x="6629400" y="0"/>
            <a:ext cx="2193925" cy="692150"/>
          </a:xfrm>
          <a:prstGeom prst="rect">
            <a:avLst/>
          </a:prstGeom>
          <a:noFill/>
          <a:ln>
            <a:noFill/>
          </a:ln>
        </p:spPr>
      </p:pic>
      <p:grpSp>
        <p:nvGrpSpPr>
          <p:cNvPr id="1707" name="Google Shape;1707;p80"/>
          <p:cNvGrpSpPr/>
          <p:nvPr/>
        </p:nvGrpSpPr>
        <p:grpSpPr>
          <a:xfrm>
            <a:off x="2133600" y="6553200"/>
            <a:ext cx="7010400" cy="46038"/>
            <a:chOff x="1905000" y="6553200"/>
            <a:chExt cx="7010400" cy="45719"/>
          </a:xfrm>
        </p:grpSpPr>
        <p:sp>
          <p:nvSpPr>
            <p:cNvPr id="1708" name="Google Shape;1708;p8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09" name="Google Shape;1709;p8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10" name="Google Shape;1710;p8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711" name="Google Shape;1711;p80"/>
          <p:cNvGrpSpPr/>
          <p:nvPr/>
        </p:nvGrpSpPr>
        <p:grpSpPr>
          <a:xfrm>
            <a:off x="0" y="1295400"/>
            <a:ext cx="7010400" cy="46038"/>
            <a:chOff x="1905000" y="6553200"/>
            <a:chExt cx="7010400" cy="45719"/>
          </a:xfrm>
        </p:grpSpPr>
        <p:sp>
          <p:nvSpPr>
            <p:cNvPr id="1712" name="Google Shape;1712;p8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13" name="Google Shape;1713;p8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14" name="Google Shape;1714;p8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 id="2147483819"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8" name="Shape 1818"/>
        <p:cNvGrpSpPr/>
        <p:nvPr/>
      </p:nvGrpSpPr>
      <p:grpSpPr>
        <a:xfrm>
          <a:off x="0" y="0"/>
          <a:ext cx="0" cy="0"/>
          <a:chOff x="0" y="0"/>
          <a:chExt cx="0" cy="0"/>
        </a:xfrm>
      </p:grpSpPr>
      <p:sp>
        <p:nvSpPr>
          <p:cNvPr id="1819" name="Google Shape;1819;p8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20" name="Google Shape;1820;p8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1821" name="Google Shape;1821;p86"/>
          <p:cNvPicPr preferRelativeResize="0"/>
          <p:nvPr/>
        </p:nvPicPr>
        <p:blipFill rotWithShape="1">
          <a:blip r:embed="rId1">
            <a:alphaModFix/>
          </a:blip>
          <a:srcRect b="5334" l="1923" r="0" t="0"/>
          <a:stretch/>
        </p:blipFill>
        <p:spPr>
          <a:xfrm>
            <a:off x="6629400" y="0"/>
            <a:ext cx="2193925" cy="692150"/>
          </a:xfrm>
          <a:prstGeom prst="rect">
            <a:avLst/>
          </a:prstGeom>
          <a:noFill/>
          <a:ln>
            <a:noFill/>
          </a:ln>
        </p:spPr>
      </p:pic>
      <p:grpSp>
        <p:nvGrpSpPr>
          <p:cNvPr id="1822" name="Google Shape;1822;p86"/>
          <p:cNvGrpSpPr/>
          <p:nvPr/>
        </p:nvGrpSpPr>
        <p:grpSpPr>
          <a:xfrm>
            <a:off x="2133600" y="6553200"/>
            <a:ext cx="7010400" cy="46038"/>
            <a:chOff x="1905000" y="6553200"/>
            <a:chExt cx="7010400" cy="45719"/>
          </a:xfrm>
        </p:grpSpPr>
        <p:sp>
          <p:nvSpPr>
            <p:cNvPr id="1823" name="Google Shape;1823;p8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24" name="Google Shape;1824;p8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25" name="Google Shape;1825;p8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826" name="Google Shape;1826;p86"/>
          <p:cNvGrpSpPr/>
          <p:nvPr/>
        </p:nvGrpSpPr>
        <p:grpSpPr>
          <a:xfrm>
            <a:off x="0" y="1295400"/>
            <a:ext cx="7010400" cy="46038"/>
            <a:chOff x="1905000" y="6553200"/>
            <a:chExt cx="7010400" cy="45719"/>
          </a:xfrm>
        </p:grpSpPr>
        <p:sp>
          <p:nvSpPr>
            <p:cNvPr id="1827" name="Google Shape;1827;p8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28" name="Google Shape;1828;p8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29" name="Google Shape;1829;p8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3" name="Shape 1933"/>
        <p:cNvGrpSpPr/>
        <p:nvPr/>
      </p:nvGrpSpPr>
      <p:grpSpPr>
        <a:xfrm>
          <a:off x="0" y="0"/>
          <a:ext cx="0" cy="0"/>
          <a:chOff x="0" y="0"/>
          <a:chExt cx="0" cy="0"/>
        </a:xfrm>
      </p:grpSpPr>
      <p:sp>
        <p:nvSpPr>
          <p:cNvPr id="1934" name="Google Shape;1934;p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35" name="Google Shape;1935;p8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1936" name="Google Shape;1936;p89"/>
          <p:cNvPicPr preferRelativeResize="0"/>
          <p:nvPr/>
        </p:nvPicPr>
        <p:blipFill rotWithShape="1">
          <a:blip r:embed="rId1">
            <a:alphaModFix/>
          </a:blip>
          <a:srcRect b="5334" l="1923" r="0" t="0"/>
          <a:stretch/>
        </p:blipFill>
        <p:spPr>
          <a:xfrm>
            <a:off x="6629400" y="0"/>
            <a:ext cx="2193925" cy="692150"/>
          </a:xfrm>
          <a:prstGeom prst="rect">
            <a:avLst/>
          </a:prstGeom>
          <a:noFill/>
          <a:ln>
            <a:noFill/>
          </a:ln>
        </p:spPr>
      </p:pic>
      <p:grpSp>
        <p:nvGrpSpPr>
          <p:cNvPr id="1937" name="Google Shape;1937;p89"/>
          <p:cNvGrpSpPr/>
          <p:nvPr/>
        </p:nvGrpSpPr>
        <p:grpSpPr>
          <a:xfrm>
            <a:off x="2133600" y="6553200"/>
            <a:ext cx="7010400" cy="46038"/>
            <a:chOff x="1905000" y="6553200"/>
            <a:chExt cx="7010400" cy="45719"/>
          </a:xfrm>
        </p:grpSpPr>
        <p:sp>
          <p:nvSpPr>
            <p:cNvPr id="1938" name="Google Shape;1938;p8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39" name="Google Shape;1939;p8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40" name="Google Shape;1940;p8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941" name="Google Shape;1941;p89"/>
          <p:cNvGrpSpPr/>
          <p:nvPr/>
        </p:nvGrpSpPr>
        <p:grpSpPr>
          <a:xfrm>
            <a:off x="0" y="1295400"/>
            <a:ext cx="7010400" cy="46038"/>
            <a:chOff x="1905000" y="6553200"/>
            <a:chExt cx="7010400" cy="45719"/>
          </a:xfrm>
        </p:grpSpPr>
        <p:sp>
          <p:nvSpPr>
            <p:cNvPr id="1942" name="Google Shape;1942;p8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43" name="Google Shape;1943;p8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44" name="Google Shape;1944;p8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0" name="Shape 2050"/>
        <p:cNvGrpSpPr/>
        <p:nvPr/>
      </p:nvGrpSpPr>
      <p:grpSpPr>
        <a:xfrm>
          <a:off x="0" y="0"/>
          <a:ext cx="0" cy="0"/>
          <a:chOff x="0" y="0"/>
          <a:chExt cx="0" cy="0"/>
        </a:xfrm>
      </p:grpSpPr>
      <p:sp>
        <p:nvSpPr>
          <p:cNvPr id="2051" name="Google Shape;2051;p9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2052" name="Google Shape;2052;p93"/>
          <p:cNvSpPr txBox="1"/>
          <p:nvPr/>
        </p:nvSpPr>
        <p:spPr>
          <a:xfrm>
            <a:off x="3276600" y="6596391"/>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2053" name="Google Shape;2053;p93"/>
          <p:cNvPicPr preferRelativeResize="0"/>
          <p:nvPr/>
        </p:nvPicPr>
        <p:blipFill rotWithShape="1">
          <a:blip r:embed="rId1">
            <a:alphaModFix/>
          </a:blip>
          <a:srcRect b="5334" l="1923" r="0" t="0"/>
          <a:stretch/>
        </p:blipFill>
        <p:spPr>
          <a:xfrm>
            <a:off x="6629401" y="-1"/>
            <a:ext cx="2193193" cy="692697"/>
          </a:xfrm>
          <a:prstGeom prst="rect">
            <a:avLst/>
          </a:prstGeom>
          <a:noFill/>
          <a:ln>
            <a:noFill/>
          </a:ln>
        </p:spPr>
      </p:pic>
      <p:grpSp>
        <p:nvGrpSpPr>
          <p:cNvPr id="2054" name="Google Shape;2054;p93"/>
          <p:cNvGrpSpPr/>
          <p:nvPr/>
        </p:nvGrpSpPr>
        <p:grpSpPr>
          <a:xfrm>
            <a:off x="2133600" y="6553202"/>
            <a:ext cx="7010400" cy="45719"/>
            <a:chOff x="1905000" y="6553200"/>
            <a:chExt cx="7010400" cy="45719"/>
          </a:xfrm>
        </p:grpSpPr>
        <p:sp>
          <p:nvSpPr>
            <p:cNvPr id="2055" name="Google Shape;2055;p93"/>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056" name="Google Shape;2056;p9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057" name="Google Shape;2057;p93"/>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2058" name="Google Shape;2058;p93"/>
          <p:cNvGrpSpPr/>
          <p:nvPr/>
        </p:nvGrpSpPr>
        <p:grpSpPr>
          <a:xfrm>
            <a:off x="0" y="1295402"/>
            <a:ext cx="7010400" cy="45719"/>
            <a:chOff x="1905000" y="6553200"/>
            <a:chExt cx="7010400" cy="45719"/>
          </a:xfrm>
        </p:grpSpPr>
        <p:sp>
          <p:nvSpPr>
            <p:cNvPr id="2059" name="Google Shape;2059;p93"/>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060" name="Google Shape;2060;p9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061" name="Google Shape;2061;p93"/>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 id="2147483866" r:id="rId13"/>
    <p:sldLayoutId id="2147483867" r:id="rId14"/>
    <p:sldLayoutId id="2147483868" r:id="rId15"/>
    <p:sldLayoutId id="2147483869" r:id="rId16"/>
    <p:sldLayoutId id="2147483870" r:id="rId17"/>
    <p:sldLayoutId id="2147483871" r:id="rId18"/>
    <p:sldLayoutId id="2147483872" r:id="rId19"/>
    <p:sldLayoutId id="2147483873" r:id="rId20"/>
    <p:sldLayoutId id="2147483874" r:id="rId21"/>
    <p:sldLayoutId id="2147483875" r:id="rId22"/>
    <p:sldLayoutId id="2147483876" r:id="rId23"/>
    <p:sldLayoutId id="2147483877" r:id="rId24"/>
    <p:sldLayoutId id="2147483878" r:id="rId25"/>
    <p:sldLayoutId id="2147483879" r:id="rId26"/>
    <p:sldLayoutId id="2147483880" r:id="rId27"/>
    <p:sldLayoutId id="2147483881" r:id="rId28"/>
    <p:sldLayoutId id="2147483882" r:id="rId29"/>
    <p:sldLayoutId id="2147483883" r:id="rId30"/>
    <p:sldLayoutId id="2147483884" r:id="rId31"/>
    <p:sldLayoutId id="2147483885" r:id="rId32"/>
    <p:sldLayoutId id="2147483886" r:id="rId33"/>
    <p:sldLayoutId id="2147483887" r:id="rId34"/>
    <p:sldLayoutId id="2147483888" r:id="rId35"/>
    <p:sldLayoutId id="2147483889" r:id="rId36"/>
    <p:sldLayoutId id="2147483890" r:id="rId37"/>
    <p:sldLayoutId id="2147483891"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9" name="Shape 2299"/>
        <p:cNvGrpSpPr/>
        <p:nvPr/>
      </p:nvGrpSpPr>
      <p:grpSpPr>
        <a:xfrm>
          <a:off x="0" y="0"/>
          <a:ext cx="0" cy="0"/>
          <a:chOff x="0" y="0"/>
          <a:chExt cx="0" cy="0"/>
        </a:xfrm>
      </p:grpSpPr>
      <p:sp>
        <p:nvSpPr>
          <p:cNvPr id="2300" name="Google Shape;2300;p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301" name="Google Shape;2301;p95"/>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100" u="none" cap="none" strike="noStrike">
              <a:solidFill>
                <a:srgbClr val="101141"/>
              </a:solidFill>
              <a:latin typeface="Arial"/>
              <a:ea typeface="Arial"/>
              <a:cs typeface="Arial"/>
              <a:sym typeface="Arial"/>
            </a:endParaRPr>
          </a:p>
        </p:txBody>
      </p:sp>
      <p:pic>
        <p:nvPicPr>
          <p:cNvPr descr="Picture 7.png" id="2302" name="Google Shape;2302;p95"/>
          <p:cNvPicPr preferRelativeResize="0"/>
          <p:nvPr/>
        </p:nvPicPr>
        <p:blipFill rotWithShape="1">
          <a:blip r:embed="rId1">
            <a:alphaModFix/>
          </a:blip>
          <a:srcRect b="5333" l="1923" r="0" t="0"/>
          <a:stretch/>
        </p:blipFill>
        <p:spPr>
          <a:xfrm>
            <a:off x="6629400" y="-1"/>
            <a:ext cx="2193193" cy="692697"/>
          </a:xfrm>
          <a:prstGeom prst="rect">
            <a:avLst/>
          </a:prstGeom>
          <a:noFill/>
          <a:ln>
            <a:noFill/>
          </a:ln>
        </p:spPr>
      </p:pic>
      <p:grpSp>
        <p:nvGrpSpPr>
          <p:cNvPr id="2303" name="Google Shape;2303;p95"/>
          <p:cNvGrpSpPr/>
          <p:nvPr/>
        </p:nvGrpSpPr>
        <p:grpSpPr>
          <a:xfrm>
            <a:off x="2133600" y="6553200"/>
            <a:ext cx="7010400" cy="45719"/>
            <a:chOff x="1905000" y="6553200"/>
            <a:chExt cx="7010400" cy="45719"/>
          </a:xfrm>
        </p:grpSpPr>
        <p:sp>
          <p:nvSpPr>
            <p:cNvPr id="2304" name="Google Shape;2304;p95"/>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305" name="Google Shape;2305;p9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306" name="Google Shape;2306;p95"/>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2307" name="Google Shape;2307;p95"/>
          <p:cNvGrpSpPr/>
          <p:nvPr/>
        </p:nvGrpSpPr>
        <p:grpSpPr>
          <a:xfrm>
            <a:off x="0" y="1295400"/>
            <a:ext cx="7010400" cy="45719"/>
            <a:chOff x="1905000" y="6553200"/>
            <a:chExt cx="7010400" cy="45719"/>
          </a:xfrm>
        </p:grpSpPr>
        <p:sp>
          <p:nvSpPr>
            <p:cNvPr id="2308" name="Google Shape;2308;p95"/>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309" name="Google Shape;2309;p9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310" name="Google Shape;2310;p95"/>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spTree>
  </p:cSld>
  <p:clrMap accent1="accent1" accent2="accent2" accent3="accent3" accent4="accent4" accent5="accent5" accent6="accent6" bg1="lt1" bg2="dk2" tx1="dk1" tx2="lt2" folHlink="folHlink" hlink="hlink"/>
  <p:sldLayoutIdLst>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9" name="Shape 2349"/>
        <p:cNvGrpSpPr/>
        <p:nvPr/>
      </p:nvGrpSpPr>
      <p:grpSpPr>
        <a:xfrm>
          <a:off x="0" y="0"/>
          <a:ext cx="0" cy="0"/>
          <a:chOff x="0" y="0"/>
          <a:chExt cx="0" cy="0"/>
        </a:xfrm>
      </p:grpSpPr>
      <p:sp>
        <p:nvSpPr>
          <p:cNvPr id="2350" name="Google Shape;2350;p9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51" name="Google Shape;2351;p9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2" name="Google Shape;2352;p97"/>
          <p:cNvSpPr txBox="1"/>
          <p:nvPr>
            <p:ph idx="10" type="dt"/>
          </p:nvPr>
        </p:nvSpPr>
        <p:spPr>
          <a:xfrm>
            <a:off x="0" y="6644004"/>
            <a:ext cx="2057400" cy="21399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353" name="Google Shape;2353;p9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354" name="Google Shape;2354;p97"/>
          <p:cNvSpPr txBox="1"/>
          <p:nvPr>
            <p:ph idx="12" type="sldNum"/>
          </p:nvPr>
        </p:nvSpPr>
        <p:spPr>
          <a:xfrm>
            <a:off x="7056120" y="6583680"/>
            <a:ext cx="2057400" cy="21399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 id="2147483918" r:id="rId15"/>
    <p:sldLayoutId id="2147483919" r:id="rId16"/>
    <p:sldLayoutId id="2147483920" r:id="rId17"/>
    <p:sldLayoutId id="2147483921" r:id="rId18"/>
    <p:sldLayoutId id="2147483922" r:id="rId19"/>
    <p:sldLayoutId id="2147483923" r:id="rId20"/>
    <p:sldLayoutId id="2147483924" r:id="rId21"/>
    <p:sldLayoutId id="2147483925" r:id="rId22"/>
    <p:sldLayoutId id="2147483926" r:id="rId23"/>
    <p:sldLayoutId id="2147483927" r:id="rId24"/>
    <p:sldLayoutId id="2147483928" r:id="rId25"/>
    <p:sldLayoutId id="2147483929" r:id="rId26"/>
    <p:sldLayoutId id="2147483930" r:id="rId27"/>
    <p:sldLayoutId id="2147483931" r:id="rId28"/>
    <p:sldLayoutId id="2147483932" r:id="rId29"/>
    <p:sldLayoutId id="2147483933" r:id="rId30"/>
    <p:sldLayoutId id="2147483934" r:id="rId31"/>
    <p:sldLayoutId id="2147483935" r:id="rId32"/>
    <p:sldLayoutId id="2147483936" r:id="rId33"/>
    <p:sldLayoutId id="2147483937" r:id="rId34"/>
    <p:sldLayoutId id="2147483938" r:id="rId35"/>
    <p:sldLayoutId id="2147483939" r:id="rId36"/>
    <p:sldLayoutId id="2147483940" r:id="rId37"/>
    <p:sldLayoutId id="2147483941" r:id="rId38"/>
    <p:sldLayoutId id="2147483942" r:id="rId39"/>
    <p:sldLayoutId id="2147483943" r:id="rId40"/>
    <p:sldLayoutId id="2147483944" r:id="rId41"/>
    <p:sldLayoutId id="2147483945" r:id="rId42"/>
    <p:sldLayoutId id="2147483946" r:id="rId43"/>
    <p:sldLayoutId id="2147483947" r:id="rId44"/>
    <p:sldLayoutId id="2147483948" r:id="rId45"/>
    <p:sldLayoutId id="2147483949" r:id="rId46"/>
    <p:sldLayoutId id="2147483950" r:id="rId47"/>
    <p:sldLayoutId id="2147483951" r:id="rId48"/>
    <p:sldLayoutId id="2147483952" r:id="rId49"/>
    <p:sldLayoutId id="2147483953" r:id="rId50"/>
    <p:sldLayoutId id="2147483954"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9" name="Shape 2729"/>
        <p:cNvGrpSpPr/>
        <p:nvPr/>
      </p:nvGrpSpPr>
      <p:grpSpPr>
        <a:xfrm>
          <a:off x="0" y="0"/>
          <a:ext cx="0" cy="0"/>
          <a:chOff x="0" y="0"/>
          <a:chExt cx="0" cy="0"/>
        </a:xfrm>
      </p:grpSpPr>
      <p:sp>
        <p:nvSpPr>
          <p:cNvPr id="2730" name="Google Shape;2730;p1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731" name="Google Shape;2731;p100"/>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2732" name="Google Shape;2732;p100"/>
          <p:cNvPicPr preferRelativeResize="0"/>
          <p:nvPr/>
        </p:nvPicPr>
        <p:blipFill rotWithShape="1">
          <a:blip r:embed="rId1">
            <a:alphaModFix/>
          </a:blip>
          <a:srcRect b="5333" l="1923" r="0" t="0"/>
          <a:stretch/>
        </p:blipFill>
        <p:spPr>
          <a:xfrm>
            <a:off x="6629400" y="-1"/>
            <a:ext cx="2193193" cy="692697"/>
          </a:xfrm>
          <a:prstGeom prst="rect">
            <a:avLst/>
          </a:prstGeom>
          <a:noFill/>
          <a:ln>
            <a:noFill/>
          </a:ln>
        </p:spPr>
      </p:pic>
      <p:grpSp>
        <p:nvGrpSpPr>
          <p:cNvPr id="2733" name="Google Shape;2733;p100"/>
          <p:cNvGrpSpPr/>
          <p:nvPr/>
        </p:nvGrpSpPr>
        <p:grpSpPr>
          <a:xfrm>
            <a:off x="2133600" y="6553200"/>
            <a:ext cx="7010400" cy="45719"/>
            <a:chOff x="1905000" y="6553200"/>
            <a:chExt cx="7010400" cy="45719"/>
          </a:xfrm>
        </p:grpSpPr>
        <p:sp>
          <p:nvSpPr>
            <p:cNvPr id="2734" name="Google Shape;2734;p100"/>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35" name="Google Shape;2735;p10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36" name="Google Shape;2736;p100"/>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grpSp>
        <p:nvGrpSpPr>
          <p:cNvPr id="2737" name="Google Shape;2737;p100"/>
          <p:cNvGrpSpPr/>
          <p:nvPr/>
        </p:nvGrpSpPr>
        <p:grpSpPr>
          <a:xfrm>
            <a:off x="0" y="1295400"/>
            <a:ext cx="7010400" cy="45719"/>
            <a:chOff x="1905000" y="6553200"/>
            <a:chExt cx="7010400" cy="45719"/>
          </a:xfrm>
        </p:grpSpPr>
        <p:sp>
          <p:nvSpPr>
            <p:cNvPr id="2738" name="Google Shape;2738;p100"/>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39" name="Google Shape;2739;p10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40" name="Google Shape;2740;p100"/>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2" name="Shape 2822"/>
        <p:cNvGrpSpPr/>
        <p:nvPr/>
      </p:nvGrpSpPr>
      <p:grpSpPr>
        <a:xfrm>
          <a:off x="0" y="0"/>
          <a:ext cx="0" cy="0"/>
          <a:chOff x="0" y="0"/>
          <a:chExt cx="0" cy="0"/>
        </a:xfrm>
      </p:grpSpPr>
      <p:sp>
        <p:nvSpPr>
          <p:cNvPr id="2823" name="Google Shape;2823;p10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824" name="Google Shape;2824;p10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2825" name="Google Shape;2825;p102"/>
          <p:cNvPicPr preferRelativeResize="0"/>
          <p:nvPr/>
        </p:nvPicPr>
        <p:blipFill rotWithShape="1">
          <a:blip r:embed="rId1">
            <a:alphaModFix/>
          </a:blip>
          <a:srcRect b="5334" l="1923" r="0" t="0"/>
          <a:stretch/>
        </p:blipFill>
        <p:spPr>
          <a:xfrm>
            <a:off x="6629400" y="0"/>
            <a:ext cx="2193925" cy="692150"/>
          </a:xfrm>
          <a:prstGeom prst="rect">
            <a:avLst/>
          </a:prstGeom>
          <a:noFill/>
          <a:ln>
            <a:noFill/>
          </a:ln>
        </p:spPr>
      </p:pic>
      <p:grpSp>
        <p:nvGrpSpPr>
          <p:cNvPr id="2826" name="Google Shape;2826;p102"/>
          <p:cNvGrpSpPr/>
          <p:nvPr/>
        </p:nvGrpSpPr>
        <p:grpSpPr>
          <a:xfrm>
            <a:off x="2133600" y="6553200"/>
            <a:ext cx="7010400" cy="46038"/>
            <a:chOff x="1905000" y="6553200"/>
            <a:chExt cx="7010400" cy="45719"/>
          </a:xfrm>
        </p:grpSpPr>
        <p:sp>
          <p:nvSpPr>
            <p:cNvPr id="2827" name="Google Shape;2827;p1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828" name="Google Shape;2828;p1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829" name="Google Shape;2829;p1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830" name="Google Shape;2830;p102"/>
          <p:cNvGrpSpPr/>
          <p:nvPr/>
        </p:nvGrpSpPr>
        <p:grpSpPr>
          <a:xfrm>
            <a:off x="0" y="1295400"/>
            <a:ext cx="7010400" cy="46038"/>
            <a:chOff x="1905000" y="6553200"/>
            <a:chExt cx="7010400" cy="45719"/>
          </a:xfrm>
        </p:grpSpPr>
        <p:sp>
          <p:nvSpPr>
            <p:cNvPr id="2831" name="Google Shape;2831;p1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832" name="Google Shape;2832;p1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833" name="Google Shape;2833;p1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9.xml"/><Relationship Id="rId3" Type="http://schemas.openxmlformats.org/officeDocument/2006/relationships/image" Target="../media/image37.jpg"/><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42.png"/><Relationship Id="rId5" Type="http://schemas.openxmlformats.org/officeDocument/2006/relationships/image" Target="../media/image25.png"/><Relationship Id="rId6" Type="http://schemas.openxmlformats.org/officeDocument/2006/relationships/image" Target="../media/image6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1.xml"/><Relationship Id="rId3" Type="http://schemas.openxmlformats.org/officeDocument/2006/relationships/image" Target="../media/image36.png"/><Relationship Id="rId4" Type="http://schemas.openxmlformats.org/officeDocument/2006/relationships/image" Target="../media/image28.png"/><Relationship Id="rId5" Type="http://schemas.openxmlformats.org/officeDocument/2006/relationships/image" Target="../media/image40.png"/><Relationship Id="rId6" Type="http://schemas.openxmlformats.org/officeDocument/2006/relationships/image" Target="../media/image31.png"/><Relationship Id="rId7" Type="http://schemas.openxmlformats.org/officeDocument/2006/relationships/image" Target="../media/image22.png"/><Relationship Id="rId8"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0.xml"/><Relationship Id="rId2" Type="http://schemas.openxmlformats.org/officeDocument/2006/relationships/notesSlide" Target="../notesSlides/notesSlide12.xml"/><Relationship Id="rId3"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0.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38.png"/><Relationship Id="rId6"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0.xml"/><Relationship Id="rId2" Type="http://schemas.openxmlformats.org/officeDocument/2006/relationships/notesSlide" Target="../notesSlides/notesSlide16.xml"/><Relationship Id="rId3" Type="http://schemas.openxmlformats.org/officeDocument/2006/relationships/image" Target="../media/image43.png"/><Relationship Id="rId4" Type="http://schemas.openxmlformats.org/officeDocument/2006/relationships/image" Target="../media/image30.png"/><Relationship Id="rId5"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1.xml"/><Relationship Id="rId2" Type="http://schemas.openxmlformats.org/officeDocument/2006/relationships/notesSlide" Target="../notesSlides/notesSlide17.xml"/><Relationship Id="rId3" Type="http://schemas.openxmlformats.org/officeDocument/2006/relationships/image" Target="../media/image49.png"/><Relationship Id="rId4" Type="http://schemas.openxmlformats.org/officeDocument/2006/relationships/image" Target="../media/image45.png"/><Relationship Id="rId5"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notesSlide" Target="../notesSlides/notesSlide18.xml"/><Relationship Id="rId3" Type="http://schemas.openxmlformats.org/officeDocument/2006/relationships/image" Target="../media/image45.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3.xml"/><Relationship Id="rId2" Type="http://schemas.openxmlformats.org/officeDocument/2006/relationships/notesSlide" Target="../notesSlides/notesSlide19.xml"/><Relationship Id="rId3" Type="http://schemas.openxmlformats.org/officeDocument/2006/relationships/hyperlink" Target="https://www.youtube.com/watch?time_continue=1&amp;v=yFPLyDwVifc" TargetMode="External"/><Relationship Id="rId4" Type="http://schemas.openxmlformats.org/officeDocument/2006/relationships/image" Target="../media/image53.png"/><Relationship Id="rId9" Type="http://schemas.openxmlformats.org/officeDocument/2006/relationships/image" Target="../media/image60.png"/><Relationship Id="rId5" Type="http://schemas.openxmlformats.org/officeDocument/2006/relationships/image" Target="../media/image52.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notesSlide" Target="../notesSlides/notesSlide20.xml"/><Relationship Id="rId3" Type="http://schemas.openxmlformats.org/officeDocument/2006/relationships/image" Target="../media/image46.png"/><Relationship Id="rId4" Type="http://schemas.openxmlformats.org/officeDocument/2006/relationships/image" Target="../media/image8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notesSlide" Target="../notesSlides/notesSlide21.xml"/><Relationship Id="rId3" Type="http://schemas.openxmlformats.org/officeDocument/2006/relationships/image" Target="../media/image69.png"/><Relationship Id="rId4" Type="http://schemas.openxmlformats.org/officeDocument/2006/relationships/image" Target="../media/image55.png"/><Relationship Id="rId5" Type="http://schemas.openxmlformats.org/officeDocument/2006/relationships/image" Target="../media/image58.png"/><Relationship Id="rId6" Type="http://schemas.openxmlformats.org/officeDocument/2006/relationships/image" Target="../media/image64.png"/><Relationship Id="rId7" Type="http://schemas.openxmlformats.org/officeDocument/2006/relationships/image" Target="../media/image9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notesSlide" Target="../notesSlides/notesSlide23.xml"/><Relationship Id="rId3" Type="http://schemas.openxmlformats.org/officeDocument/2006/relationships/image" Target="../media/image61.png"/><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notesSlide" Target="../notesSlides/notesSlide24.xml"/><Relationship Id="rId3" Type="http://schemas.openxmlformats.org/officeDocument/2006/relationships/image" Target="../media/image74.png"/><Relationship Id="rId4" Type="http://schemas.openxmlformats.org/officeDocument/2006/relationships/image" Target="../media/image6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2.xml"/><Relationship Id="rId2" Type="http://schemas.openxmlformats.org/officeDocument/2006/relationships/notesSlide" Target="../notesSlides/notesSlide25.xml"/><Relationship Id="rId3" Type="http://schemas.openxmlformats.org/officeDocument/2006/relationships/image" Target="../media/image66.png"/><Relationship Id="rId4" Type="http://schemas.openxmlformats.org/officeDocument/2006/relationships/image" Target="../media/image63.png"/><Relationship Id="rId9" Type="http://schemas.openxmlformats.org/officeDocument/2006/relationships/image" Target="../media/image67.png"/><Relationship Id="rId5" Type="http://schemas.openxmlformats.org/officeDocument/2006/relationships/image" Target="../media/image59.png"/><Relationship Id="rId6" Type="http://schemas.openxmlformats.org/officeDocument/2006/relationships/image" Target="../media/image72.png"/><Relationship Id="rId7" Type="http://schemas.openxmlformats.org/officeDocument/2006/relationships/image" Target="../media/image77.png"/><Relationship Id="rId8" Type="http://schemas.openxmlformats.org/officeDocument/2006/relationships/image" Target="../media/image71.png"/><Relationship Id="rId10" Type="http://schemas.openxmlformats.org/officeDocument/2006/relationships/image" Target="../media/image8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2.xml"/><Relationship Id="rId2" Type="http://schemas.openxmlformats.org/officeDocument/2006/relationships/notesSlide" Target="../notesSlides/notesSlide26.xml"/><Relationship Id="rId3" Type="http://schemas.openxmlformats.org/officeDocument/2006/relationships/image" Target="../media/image6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5.xml"/><Relationship Id="rId2" Type="http://schemas.openxmlformats.org/officeDocument/2006/relationships/notesSlide" Target="../notesSlides/notesSlide28.xml"/><Relationship Id="rId3" Type="http://schemas.openxmlformats.org/officeDocument/2006/relationships/image" Target="../media/image73.png"/><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83.png"/><Relationship Id="rId4" Type="http://schemas.openxmlformats.org/officeDocument/2006/relationships/image" Target="../media/image9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8.xml"/><Relationship Id="rId2" Type="http://schemas.openxmlformats.org/officeDocument/2006/relationships/notesSlide" Target="../notesSlides/notesSlide33.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87.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8.xml"/><Relationship Id="rId2" Type="http://schemas.openxmlformats.org/officeDocument/2006/relationships/notesSlide" Target="../notesSlides/notesSlide34.xml"/><Relationship Id="rId3" Type="http://schemas.openxmlformats.org/officeDocument/2006/relationships/image" Target="../media/image93.png"/><Relationship Id="rId4" Type="http://schemas.openxmlformats.org/officeDocument/2006/relationships/image" Target="../media/image85.png"/><Relationship Id="rId5" Type="http://schemas.openxmlformats.org/officeDocument/2006/relationships/image" Target="../media/image99.png"/><Relationship Id="rId6" Type="http://schemas.openxmlformats.org/officeDocument/2006/relationships/image" Target="../media/image92.png"/><Relationship Id="rId7" Type="http://schemas.openxmlformats.org/officeDocument/2006/relationships/image" Target="../media/image86.png"/><Relationship Id="rId8" Type="http://schemas.openxmlformats.org/officeDocument/2006/relationships/image" Target="../media/image9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8.xml"/><Relationship Id="rId2" Type="http://schemas.openxmlformats.org/officeDocument/2006/relationships/notesSlide" Target="../notesSlides/notesSlide35.xml"/><Relationship Id="rId3" Type="http://schemas.openxmlformats.org/officeDocument/2006/relationships/image" Target="../media/image105.png"/><Relationship Id="rId4" Type="http://schemas.openxmlformats.org/officeDocument/2006/relationships/image" Target="../media/image94.png"/><Relationship Id="rId5" Type="http://schemas.openxmlformats.org/officeDocument/2006/relationships/image" Target="../media/image103.png"/><Relationship Id="rId6" Type="http://schemas.openxmlformats.org/officeDocument/2006/relationships/image" Target="../media/image119.png"/><Relationship Id="rId7" Type="http://schemas.openxmlformats.org/officeDocument/2006/relationships/image" Target="../media/image111.png"/><Relationship Id="rId8" Type="http://schemas.openxmlformats.org/officeDocument/2006/relationships/image" Target="../media/image10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5.xml"/><Relationship Id="rId2" Type="http://schemas.openxmlformats.org/officeDocument/2006/relationships/notesSlide" Target="../notesSlides/notesSlide37.xml"/><Relationship Id="rId3" Type="http://schemas.openxmlformats.org/officeDocument/2006/relationships/image" Target="../media/image10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5.xml"/><Relationship Id="rId2" Type="http://schemas.openxmlformats.org/officeDocument/2006/relationships/notesSlide" Target="../notesSlides/notesSlide38.xml"/><Relationship Id="rId3" Type="http://schemas.openxmlformats.org/officeDocument/2006/relationships/image" Target="../media/image100.png"/><Relationship Id="rId4" Type="http://schemas.openxmlformats.org/officeDocument/2006/relationships/image" Target="../media/image10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6.xml"/><Relationship Id="rId2" Type="http://schemas.openxmlformats.org/officeDocument/2006/relationships/notesSlide" Target="../notesSlides/notesSlide39.xml"/><Relationship Id="rId3" Type="http://schemas.openxmlformats.org/officeDocument/2006/relationships/image" Target="../media/image109.png"/><Relationship Id="rId4" Type="http://schemas.openxmlformats.org/officeDocument/2006/relationships/image" Target="../media/image10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6.xml"/><Relationship Id="rId2" Type="http://schemas.openxmlformats.org/officeDocument/2006/relationships/notesSlide" Target="../notesSlides/notesSlide41.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14.png"/><Relationship Id="rId7" Type="http://schemas.openxmlformats.org/officeDocument/2006/relationships/image" Target="../media/image104.png"/><Relationship Id="rId8" Type="http://schemas.openxmlformats.org/officeDocument/2006/relationships/image" Target="../media/image10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6.xml"/><Relationship Id="rId2" Type="http://schemas.openxmlformats.org/officeDocument/2006/relationships/notesSlide" Target="../notesSlides/notesSlide42.xml"/><Relationship Id="rId3" Type="http://schemas.openxmlformats.org/officeDocument/2006/relationships/image" Target="../media/image1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5.xml"/><Relationship Id="rId2" Type="http://schemas.openxmlformats.org/officeDocument/2006/relationships/notesSlide" Target="../notesSlides/notesSlide43.xml"/><Relationship Id="rId3" Type="http://schemas.openxmlformats.org/officeDocument/2006/relationships/image" Target="../media/image112.png"/><Relationship Id="rId4" Type="http://schemas.openxmlformats.org/officeDocument/2006/relationships/image" Target="../media/image1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47.xml"/><Relationship Id="rId3" Type="http://schemas.openxmlformats.org/officeDocument/2006/relationships/image" Target="../media/image6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48.xml"/><Relationship Id="rId3" Type="http://schemas.openxmlformats.org/officeDocument/2006/relationships/image" Target="../media/image1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6.xml"/><Relationship Id="rId2" Type="http://schemas.openxmlformats.org/officeDocument/2006/relationships/notesSlide" Target="../notesSlides/notesSlide50.xml"/><Relationship Id="rId3" Type="http://schemas.openxmlformats.org/officeDocument/2006/relationships/image" Target="../media/image140.png"/><Relationship Id="rId4" Type="http://schemas.openxmlformats.org/officeDocument/2006/relationships/image" Target="../media/image117.png"/><Relationship Id="rId5" Type="http://schemas.openxmlformats.org/officeDocument/2006/relationships/image" Target="../media/image115.png"/><Relationship Id="rId6" Type="http://schemas.openxmlformats.org/officeDocument/2006/relationships/image" Target="../media/image1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07.xml"/><Relationship Id="rId2" Type="http://schemas.openxmlformats.org/officeDocument/2006/relationships/notesSlide" Target="../notesSlides/notesSlide51.xml"/><Relationship Id="rId3" Type="http://schemas.openxmlformats.org/officeDocument/2006/relationships/image" Target="../media/image122.png"/><Relationship Id="rId4" Type="http://schemas.openxmlformats.org/officeDocument/2006/relationships/image" Target="../media/image121.png"/><Relationship Id="rId9" Type="http://schemas.openxmlformats.org/officeDocument/2006/relationships/image" Target="../media/image113.png"/><Relationship Id="rId5" Type="http://schemas.openxmlformats.org/officeDocument/2006/relationships/image" Target="../media/image132.png"/><Relationship Id="rId6" Type="http://schemas.openxmlformats.org/officeDocument/2006/relationships/image" Target="../media/image116.png"/><Relationship Id="rId7" Type="http://schemas.openxmlformats.org/officeDocument/2006/relationships/image" Target="../media/image135.png"/><Relationship Id="rId8" Type="http://schemas.openxmlformats.org/officeDocument/2006/relationships/image" Target="../media/image127.png"/><Relationship Id="rId11" Type="http://schemas.openxmlformats.org/officeDocument/2006/relationships/image" Target="../media/image123.png"/><Relationship Id="rId10" Type="http://schemas.openxmlformats.org/officeDocument/2006/relationships/image" Target="../media/image120.png"/><Relationship Id="rId13" Type="http://schemas.openxmlformats.org/officeDocument/2006/relationships/image" Target="../media/image139.png"/><Relationship Id="rId12" Type="http://schemas.openxmlformats.org/officeDocument/2006/relationships/image" Target="../media/image131.png"/><Relationship Id="rId15" Type="http://schemas.openxmlformats.org/officeDocument/2006/relationships/image" Target="../media/image136.png"/><Relationship Id="rId14" Type="http://schemas.openxmlformats.org/officeDocument/2006/relationships/image" Target="../media/image1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07.xml"/><Relationship Id="rId2" Type="http://schemas.openxmlformats.org/officeDocument/2006/relationships/notesSlide" Target="../notesSlides/notesSlide52.xml"/><Relationship Id="rId3" Type="http://schemas.openxmlformats.org/officeDocument/2006/relationships/image" Target="../media/image122.png"/><Relationship Id="rId4" Type="http://schemas.openxmlformats.org/officeDocument/2006/relationships/image" Target="../media/image121.png"/><Relationship Id="rId9" Type="http://schemas.openxmlformats.org/officeDocument/2006/relationships/image" Target="../media/image136.png"/><Relationship Id="rId5" Type="http://schemas.openxmlformats.org/officeDocument/2006/relationships/image" Target="../media/image132.png"/><Relationship Id="rId6" Type="http://schemas.openxmlformats.org/officeDocument/2006/relationships/image" Target="../media/image131.png"/><Relationship Id="rId7" Type="http://schemas.openxmlformats.org/officeDocument/2006/relationships/image" Target="../media/image139.png"/><Relationship Id="rId8" Type="http://schemas.openxmlformats.org/officeDocument/2006/relationships/image" Target="../media/image1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2.xml"/><Relationship Id="rId2" Type="http://schemas.openxmlformats.org/officeDocument/2006/relationships/notesSlide" Target="../notesSlides/notesSlide53.xml"/><Relationship Id="rId3" Type="http://schemas.openxmlformats.org/officeDocument/2006/relationships/image" Target="../media/image1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5" name="Shape 2925"/>
        <p:cNvGrpSpPr/>
        <p:nvPr/>
      </p:nvGrpSpPr>
      <p:grpSpPr>
        <a:xfrm>
          <a:off x="0" y="0"/>
          <a:ext cx="0" cy="0"/>
          <a:chOff x="0" y="0"/>
          <a:chExt cx="0" cy="0"/>
        </a:xfrm>
      </p:grpSpPr>
      <p:sp>
        <p:nvSpPr>
          <p:cNvPr id="2926" name="Google Shape;2926;p1"/>
          <p:cNvSpPr txBox="1"/>
          <p:nvPr/>
        </p:nvSpPr>
        <p:spPr>
          <a:xfrm>
            <a:off x="800100" y="3456720"/>
            <a:ext cx="7875900" cy="2060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Machine Learning</a:t>
            </a:r>
            <a:br>
              <a:rPr b="0" i="0" lang="en-US" sz="3200" u="none" cap="none" strike="noStrike">
                <a:solidFill>
                  <a:srgbClr val="000000"/>
                </a:solidFill>
                <a:latin typeface="Calibri"/>
                <a:ea typeface="Calibri"/>
                <a:cs typeface="Calibri"/>
                <a:sym typeface="Calibri"/>
              </a:rPr>
            </a:br>
            <a:r>
              <a:rPr b="1" i="0" lang="en-US" sz="2400" u="none" cap="none" strike="noStrike">
                <a:solidFill>
                  <a:srgbClr val="FFC000"/>
                </a:solidFill>
                <a:latin typeface="Calibri"/>
                <a:ea typeface="Calibri"/>
                <a:cs typeface="Calibri"/>
                <a:sym typeface="Calibri"/>
              </a:rPr>
              <a:t>AIML CZG565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C000"/>
                </a:solidFill>
                <a:latin typeface="Calibri"/>
                <a:ea typeface="Calibri"/>
                <a:cs typeface="Calibri"/>
                <a:sym typeface="Calibri"/>
              </a:rPr>
              <a:t>M4 : Linear Models for Classification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200"/>
              <a:buFont typeface="Arial"/>
              <a:buNone/>
            </a:pPr>
            <a:r>
              <a:t/>
            </a:r>
            <a:endParaRPr b="0" i="0" sz="3200" u="none" cap="none" strike="noStrike">
              <a:solidFill>
                <a:srgbClr val="000000"/>
              </a:solidFill>
              <a:latin typeface="Calibri"/>
              <a:ea typeface="Calibri"/>
              <a:cs typeface="Calibri"/>
              <a:sym typeface="Calibri"/>
            </a:endParaRPr>
          </a:p>
        </p:txBody>
      </p:sp>
      <p:sp>
        <p:nvSpPr>
          <p:cNvPr id="2927" name="Google Shape;2927;p1"/>
          <p:cNvSpPr txBox="1"/>
          <p:nvPr/>
        </p:nvSpPr>
        <p:spPr>
          <a:xfrm>
            <a:off x="2267640" y="5410080"/>
            <a:ext cx="6266100" cy="533100"/>
          </a:xfrm>
          <a:prstGeom prst="rect">
            <a:avLst/>
          </a:prstGeom>
          <a:noFill/>
          <a:ln>
            <a:noFill/>
          </a:ln>
        </p:spPr>
        <p:txBody>
          <a:bodyPr anchorCtr="0" anchor="b" bIns="45700" lIns="91425" spcFirstLastPara="1" rIns="91425" wrap="square" tIns="45700">
            <a:noAutofit/>
          </a:bodyPr>
          <a:lstStyle/>
          <a:p>
            <a:pPr indent="0" lvl="0" marL="0" marR="0" rtl="0" algn="r">
              <a:lnSpc>
                <a:spcPct val="128000"/>
              </a:lnSpc>
              <a:spcBef>
                <a:spcPts val="0"/>
              </a:spcBef>
              <a:spcAft>
                <a:spcPts val="0"/>
              </a:spcAft>
              <a:buClr>
                <a:srgbClr val="000000"/>
              </a:buClr>
              <a:buSzPts val="1800"/>
              <a:buFont typeface="Arial"/>
              <a:buNone/>
            </a:pPr>
            <a:r>
              <a:rPr b="0" i="0" lang="en-US" sz="1800" u="none" cap="none" strike="noStrike">
                <a:solidFill>
                  <a:srgbClr val="FF9900"/>
                </a:solidFill>
                <a:latin typeface="Calibri"/>
                <a:ea typeface="Calibri"/>
                <a:cs typeface="Calibri"/>
                <a:sym typeface="Calibri"/>
              </a:rPr>
              <a:t>Course Faculty of MTech Cluster</a:t>
            </a:r>
            <a:endParaRPr b="0" i="0" sz="1800" u="none" cap="none" strike="noStrike">
              <a:solidFill>
                <a:schemeClr val="dk1"/>
              </a:solidFill>
              <a:latin typeface="Tahoma"/>
              <a:ea typeface="Tahoma"/>
              <a:cs typeface="Tahoma"/>
              <a:sym typeface="Tahoma"/>
            </a:endParaRPr>
          </a:p>
          <a:p>
            <a:pPr indent="0" lvl="0" marL="0" marR="0" rtl="0" algn="r">
              <a:lnSpc>
                <a:spcPct val="128000"/>
              </a:lnSpc>
              <a:spcBef>
                <a:spcPts val="0"/>
              </a:spcBef>
              <a:spcAft>
                <a:spcPts val="0"/>
              </a:spcAft>
              <a:buClr>
                <a:srgbClr val="000000"/>
              </a:buClr>
              <a:buSzPts val="1800"/>
              <a:buFont typeface="Arial"/>
              <a:buNone/>
            </a:pPr>
            <a:r>
              <a:rPr b="0" i="0" lang="en-US" sz="1800" u="none" cap="none" strike="noStrike">
                <a:solidFill>
                  <a:srgbClr val="FF9900"/>
                </a:solidFill>
                <a:latin typeface="Calibri"/>
                <a:ea typeface="Calibri"/>
                <a:cs typeface="Calibri"/>
                <a:sym typeface="Calibri"/>
              </a:rPr>
              <a:t>BITS – CSIS - WILP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1" name="Shape 2931"/>
        <p:cNvGrpSpPr/>
        <p:nvPr/>
      </p:nvGrpSpPr>
      <p:grpSpPr>
        <a:xfrm>
          <a:off x="0" y="0"/>
          <a:ext cx="0" cy="0"/>
          <a:chOff x="0" y="0"/>
          <a:chExt cx="0" cy="0"/>
        </a:xfrm>
      </p:grpSpPr>
      <p:sp>
        <p:nvSpPr>
          <p:cNvPr id="2932" name="Google Shape;2932;p2"/>
          <p:cNvSpPr txBox="1"/>
          <p:nvPr>
            <p:ph idx="4294967295" type="title"/>
          </p:nvPr>
        </p:nvSpPr>
        <p:spPr>
          <a:xfrm>
            <a:off x="173059" y="429320"/>
            <a:ext cx="792638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SzPts val="1400"/>
              <a:buNone/>
            </a:pPr>
            <a:r>
              <a:rPr lang="en-US" sz="2400"/>
              <a:t>Machine Learning</a:t>
            </a:r>
            <a:endParaRPr sz="2400"/>
          </a:p>
        </p:txBody>
      </p:sp>
      <p:sp>
        <p:nvSpPr>
          <p:cNvPr id="2933" name="Google Shape;2933;p2"/>
          <p:cNvSpPr txBox="1"/>
          <p:nvPr/>
        </p:nvSpPr>
        <p:spPr>
          <a:xfrm>
            <a:off x="250873" y="5104677"/>
            <a:ext cx="8761500" cy="1482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1" i="0" lang="en-US" sz="1400" u="none" cap="none" strike="noStrike">
                <a:solidFill>
                  <a:srgbClr val="0000FF"/>
                </a:solidFill>
                <a:latin typeface="Arial"/>
                <a:ea typeface="Arial"/>
                <a:cs typeface="Arial"/>
                <a:sym typeface="Arial"/>
              </a:rPr>
              <a:t>Slide Source / Preparation / Review:</a:t>
            </a:r>
            <a:endParaRPr b="1" i="0" sz="1400" u="none" cap="none" strike="noStrike">
              <a:solidFill>
                <a:srgbClr val="0000FF"/>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US" sz="1400" u="sng" cap="none" strike="noStrike">
                <a:solidFill>
                  <a:srgbClr val="0000FF"/>
                </a:solidFill>
                <a:latin typeface="Arial"/>
                <a:ea typeface="Arial"/>
                <a:cs typeface="Arial"/>
                <a:sym typeface="Arial"/>
              </a:rPr>
              <a:t>From BITS Pilani WILP</a:t>
            </a:r>
            <a:r>
              <a:rPr b="1" i="0" lang="en-US" sz="1400" u="none" cap="none" strike="noStrike">
                <a:solidFill>
                  <a:srgbClr val="0000FF"/>
                </a:solidFill>
                <a:latin typeface="Arial"/>
                <a:ea typeface="Arial"/>
                <a:cs typeface="Arial"/>
                <a:sym typeface="Arial"/>
              </a:rPr>
              <a:t>: </a:t>
            </a:r>
            <a:r>
              <a:rPr b="0" i="0" lang="en-US" sz="1400" u="none" cap="none" strike="noStrike">
                <a:solidFill>
                  <a:srgbClr val="0000FF"/>
                </a:solidFill>
                <a:latin typeface="Arial"/>
                <a:ea typeface="Arial"/>
                <a:cs typeface="Arial"/>
                <a:sym typeface="Arial"/>
              </a:rPr>
              <a:t>Prof.Sugata, Prof.Chetana, Prof.Rajavadhana, Prof.Monali, Prof.Sangeetha, Prof.Swarna, Prof.Pankaj</a:t>
            </a:r>
            <a:endParaRPr b="0" i="0" sz="1400" u="none"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rgbClr val="0000FF"/>
                </a:solidFill>
                <a:latin typeface="Arial"/>
                <a:ea typeface="Arial"/>
                <a:cs typeface="Arial"/>
                <a:sym typeface="Arial"/>
              </a:rPr>
              <a:t>External: </a:t>
            </a:r>
            <a:r>
              <a:rPr b="0" i="0" lang="en-US" sz="1400" u="none" cap="none" strike="noStrike">
                <a:solidFill>
                  <a:srgbClr val="0000FF"/>
                </a:solidFill>
                <a:latin typeface="Arial"/>
                <a:ea typeface="Arial"/>
                <a:cs typeface="Arial"/>
                <a:sym typeface="Arial"/>
              </a:rPr>
              <a:t>CS109 and CS229 Stanford lecture notes, Dr.Andrew NG and many others who made their course materials freely available online</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2934" name="Google Shape;2934;p2"/>
          <p:cNvSpPr txBox="1"/>
          <p:nvPr/>
        </p:nvSpPr>
        <p:spPr>
          <a:xfrm>
            <a:off x="250868" y="2771233"/>
            <a:ext cx="8642400" cy="2437800"/>
          </a:xfrm>
          <a:prstGeom prst="rect">
            <a:avLst/>
          </a:prstGeom>
          <a:noFill/>
          <a:ln>
            <a:noFill/>
          </a:ln>
        </p:spPr>
        <p:txBody>
          <a:bodyPr anchorCtr="0" anchor="t" bIns="0" lIns="0" spcFirstLastPara="1" rIns="0" wrap="square" tIns="32775">
            <a:spAutoFit/>
          </a:bodyPr>
          <a:lstStyle/>
          <a:p>
            <a:pPr indent="-125292" lvl="0" marL="133281" marR="3910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These content of modules &amp; context under topics are planned by the course owner Dr. Sugata, with grateful acknowledgement to many others who made their course materials freely available online</a:t>
            </a:r>
            <a:endParaRPr b="0" i="0" sz="1600" u="none" cap="none" strike="noStrike">
              <a:solidFill>
                <a:schemeClr val="dk1"/>
              </a:solidFill>
              <a:latin typeface="Arial"/>
              <a:ea typeface="Arial"/>
              <a:cs typeface="Arial"/>
              <a:sym typeface="Arial"/>
            </a:endParaRPr>
          </a:p>
          <a:p>
            <a:pPr indent="-125292" lvl="0" marL="133281" marR="0" rtl="0" algn="l">
              <a:lnSpc>
                <a:spcPct val="100000"/>
              </a:lnSpc>
              <a:spcBef>
                <a:spcPts val="344"/>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We here by acknowledge all the contributors for their material and inputs.</a:t>
            </a:r>
            <a:endParaRPr b="0" i="0" sz="1600" u="none" cap="none" strike="noStrike">
              <a:solidFill>
                <a:schemeClr val="dk1"/>
              </a:solidFill>
              <a:latin typeface="Arial"/>
              <a:ea typeface="Arial"/>
              <a:cs typeface="Arial"/>
              <a:sym typeface="Arial"/>
            </a:endParaRPr>
          </a:p>
          <a:p>
            <a:pPr indent="-125292" lvl="0" marL="133281" marR="0" rtl="0" algn="l">
              <a:lnSpc>
                <a:spcPct val="100000"/>
              </a:lnSpc>
              <a:spcBef>
                <a:spcPts val="374"/>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We have provided source information wherever necessary</a:t>
            </a:r>
            <a:endParaRPr b="0" i="0" sz="1600" u="none" cap="none" strike="noStrike">
              <a:solidFill>
                <a:schemeClr val="dk1"/>
              </a:solidFill>
              <a:latin typeface="Arial"/>
              <a:ea typeface="Arial"/>
              <a:cs typeface="Arial"/>
              <a:sym typeface="Arial"/>
            </a:endParaRPr>
          </a:p>
          <a:p>
            <a:pPr indent="-125290" lvl="0" marL="133281" marR="0" rtl="0" algn="l">
              <a:lnSpc>
                <a:spcPct val="100000"/>
              </a:lnSpc>
              <a:spcBef>
                <a:spcPts val="374"/>
              </a:spcBef>
              <a:spcAft>
                <a:spcPts val="0"/>
              </a:spcAft>
              <a:buClr>
                <a:schemeClr val="dk1"/>
              </a:buClr>
              <a:buSzPts val="1600"/>
              <a:buFont typeface="Arial"/>
              <a:buChar char="•"/>
            </a:pPr>
            <a:r>
              <a:rPr b="0" i="0" lang="en-US" sz="1600" u="none" cap="none" strike="noStrike">
                <a:solidFill>
                  <a:srgbClr val="FF0000"/>
                </a:solidFill>
                <a:latin typeface="Tahoma"/>
                <a:ea typeface="Tahoma"/>
                <a:cs typeface="Tahoma"/>
                <a:sym typeface="Tahoma"/>
              </a:rPr>
              <a:t>Students are requested to refer to the textbook w.r.t detailed content of the presentation deck shared over canvas</a:t>
            </a:r>
            <a:endParaRPr b="0" i="0" sz="1600" u="none" cap="none" strike="noStrike">
              <a:solidFill>
                <a:schemeClr val="dk1"/>
              </a:solidFill>
              <a:latin typeface="Tahoma"/>
              <a:ea typeface="Tahoma"/>
              <a:cs typeface="Tahoma"/>
              <a:sym typeface="Tahoma"/>
            </a:endParaRPr>
          </a:p>
          <a:p>
            <a:pPr indent="-125290" lvl="0" marL="133281" marR="0" rtl="0" algn="l">
              <a:lnSpc>
                <a:spcPct val="100000"/>
              </a:lnSpc>
              <a:spcBef>
                <a:spcPts val="374"/>
              </a:spcBef>
              <a:spcAft>
                <a:spcPts val="0"/>
              </a:spcAft>
              <a:buClr>
                <a:schemeClr val="dk1"/>
              </a:buClr>
              <a:buSzPts val="1600"/>
              <a:buFont typeface="Arial"/>
              <a:buChar char="•"/>
            </a:pPr>
            <a:r>
              <a:rPr b="0" i="0" lang="en-US" sz="1600" u="none" cap="none" strike="noStrike">
                <a:solidFill>
                  <a:srgbClr val="FF0000"/>
                </a:solidFill>
                <a:latin typeface="Tahoma"/>
                <a:ea typeface="Tahoma"/>
                <a:cs typeface="Tahoma"/>
                <a:sym typeface="Tahoma"/>
              </a:rPr>
              <a:t>We have reduced the slides from canvas and modified the content flow to suit the requirements of the course and for ease of class presentation</a:t>
            </a:r>
            <a:endParaRPr b="0" i="0" sz="1600" u="none" cap="none" strike="noStrike">
              <a:solidFill>
                <a:srgbClr val="FF0000"/>
              </a:solidFill>
              <a:latin typeface="Tahoma"/>
              <a:ea typeface="Tahoma"/>
              <a:cs typeface="Tahoma"/>
              <a:sym typeface="Tahoma"/>
            </a:endParaRPr>
          </a:p>
        </p:txBody>
      </p:sp>
      <p:sp>
        <p:nvSpPr>
          <p:cNvPr id="2935" name="Google Shape;2935;p2"/>
          <p:cNvSpPr txBox="1"/>
          <p:nvPr/>
        </p:nvSpPr>
        <p:spPr>
          <a:xfrm>
            <a:off x="2320648" y="1295400"/>
            <a:ext cx="5698928" cy="287187"/>
          </a:xfrm>
          <a:prstGeom prst="rect">
            <a:avLst/>
          </a:prstGeom>
          <a:noFill/>
          <a:ln>
            <a:noFill/>
          </a:ln>
        </p:spPr>
        <p:txBody>
          <a:bodyPr anchorCtr="0" anchor="t" bIns="0" lIns="0" spcFirstLastPara="1" rIns="0" wrap="square" tIns="10075">
            <a:spAutoFit/>
          </a:bodyPr>
          <a:lstStyle/>
          <a:p>
            <a:pPr indent="0" lvl="0" marL="8408" marR="0" rtl="0" algn="l">
              <a:lnSpc>
                <a:spcPct val="100000"/>
              </a:lnSpc>
              <a:spcBef>
                <a:spcPts val="0"/>
              </a:spcBef>
              <a:spcAft>
                <a:spcPts val="0"/>
              </a:spcAft>
              <a:buClr>
                <a:srgbClr val="1C1572"/>
              </a:buClr>
              <a:buSzPts val="1800"/>
              <a:buFont typeface="Arial"/>
              <a:buNone/>
            </a:pPr>
            <a:r>
              <a:rPr b="0" i="0" lang="en-US" sz="1800" u="none" cap="none" strike="noStrike">
                <a:solidFill>
                  <a:srgbClr val="1C1572"/>
                </a:solidFill>
                <a:latin typeface="Arial"/>
                <a:ea typeface="Arial"/>
                <a:cs typeface="Arial"/>
                <a:sym typeface="Arial"/>
              </a:rPr>
              <a:t>Disclaimer and Acknowledgement</a:t>
            </a:r>
            <a:endParaRPr b="0" i="0" sz="1800" u="none" cap="none" strike="noStrike">
              <a:solidFill>
                <a:schemeClr val="dk1"/>
              </a:solidFill>
              <a:latin typeface="Arial"/>
              <a:ea typeface="Arial"/>
              <a:cs typeface="Arial"/>
              <a:sym typeface="Arial"/>
            </a:endParaRPr>
          </a:p>
        </p:txBody>
      </p:sp>
      <p:pic>
        <p:nvPicPr>
          <p:cNvPr id="2936" name="Google Shape;2936;p2"/>
          <p:cNvPicPr preferRelativeResize="0"/>
          <p:nvPr/>
        </p:nvPicPr>
        <p:blipFill rotWithShape="1">
          <a:blip r:embed="rId3">
            <a:alphaModFix/>
          </a:blip>
          <a:srcRect b="0" l="0" r="0" t="0"/>
          <a:stretch/>
        </p:blipFill>
        <p:spPr>
          <a:xfrm>
            <a:off x="3479130" y="1582587"/>
            <a:ext cx="1087204" cy="118863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2" name="Shape 2942"/>
        <p:cNvGrpSpPr/>
        <p:nvPr/>
      </p:nvGrpSpPr>
      <p:grpSpPr>
        <a:xfrm>
          <a:off x="0" y="0"/>
          <a:ext cx="0" cy="0"/>
          <a:chOff x="0" y="0"/>
          <a:chExt cx="0" cy="0"/>
        </a:xfrm>
      </p:grpSpPr>
      <p:sp>
        <p:nvSpPr>
          <p:cNvPr id="2943" name="Google Shape;2943;p3"/>
          <p:cNvSpPr txBox="1"/>
          <p:nvPr>
            <p:ph idx="1" type="body"/>
          </p:nvPr>
        </p:nvSpPr>
        <p:spPr>
          <a:xfrm>
            <a:off x="304800" y="1752600"/>
            <a:ext cx="8229600" cy="4267200"/>
          </a:xfrm>
          <a:prstGeom prst="rect">
            <a:avLst/>
          </a:prstGeom>
          <a:noFill/>
          <a:ln>
            <a:noFill/>
          </a:ln>
        </p:spPr>
        <p:txBody>
          <a:bodyPr anchorCtr="0" anchor="t" bIns="45700" lIns="91425" spcFirstLastPara="1" rIns="91425" wrap="square" tIns="45700">
            <a:noAutofit/>
          </a:bodyPr>
          <a:lstStyle/>
          <a:p>
            <a:pPr indent="-490537" lvl="0" marL="514350" rtl="0" algn="l">
              <a:lnSpc>
                <a:spcPct val="130000"/>
              </a:lnSpc>
              <a:spcBef>
                <a:spcPts val="0"/>
              </a:spcBef>
              <a:spcAft>
                <a:spcPts val="0"/>
              </a:spcAft>
              <a:buSzPts val="1425"/>
              <a:buFont typeface="Arial"/>
              <a:buChar char="•"/>
            </a:pPr>
            <a:r>
              <a:rPr lang="en-US" sz="1425"/>
              <a:t>Classification</a:t>
            </a:r>
            <a:endParaRPr sz="1425"/>
          </a:p>
          <a:p>
            <a:pPr indent="-319087" lvl="1" marL="914400" rtl="0" algn="l">
              <a:lnSpc>
                <a:spcPct val="130000"/>
              </a:lnSpc>
              <a:spcBef>
                <a:spcPts val="0"/>
              </a:spcBef>
              <a:spcAft>
                <a:spcPts val="0"/>
              </a:spcAft>
              <a:buSzPts val="1425"/>
              <a:buChar char="–"/>
            </a:pPr>
            <a:r>
              <a:rPr lang="en-US" sz="1425"/>
              <a:t>Output is discrete e.g. f(x) : </a:t>
            </a:r>
            <a:r>
              <a:rPr lang="en-US" sz="1425"/>
              <a:t>{yes, no, maybe}</a:t>
            </a:r>
            <a:endParaRPr sz="1425"/>
          </a:p>
          <a:p>
            <a:pPr indent="-319087" lvl="1" marL="914400" rtl="0" algn="l">
              <a:lnSpc>
                <a:spcPct val="130000"/>
              </a:lnSpc>
              <a:spcBef>
                <a:spcPts val="0"/>
              </a:spcBef>
              <a:spcAft>
                <a:spcPts val="0"/>
              </a:spcAft>
              <a:buSzPts val="1425"/>
              <a:buChar char="–"/>
            </a:pPr>
            <a:r>
              <a:rPr lang="en-US" sz="1425"/>
              <a:t>f(x) : {0, 1} or {yes, no}  Binary Classification</a:t>
            </a:r>
            <a:endParaRPr sz="1425"/>
          </a:p>
          <a:p>
            <a:pPr indent="-319087" lvl="1" marL="914400" rtl="0" algn="l">
              <a:lnSpc>
                <a:spcPct val="130000"/>
              </a:lnSpc>
              <a:spcBef>
                <a:spcPts val="0"/>
              </a:spcBef>
              <a:spcAft>
                <a:spcPts val="0"/>
              </a:spcAft>
              <a:buSzPts val="1425"/>
              <a:buChar char="–"/>
            </a:pPr>
            <a:r>
              <a:rPr lang="en-US" sz="1425"/>
              <a:t>Ojective: minimize mis-classification rate</a:t>
            </a:r>
            <a:endParaRPr sz="1425"/>
          </a:p>
          <a:p>
            <a:pPr indent="0" lvl="0" marL="914400" rtl="0" algn="l">
              <a:lnSpc>
                <a:spcPct val="130000"/>
              </a:lnSpc>
              <a:spcBef>
                <a:spcPts val="0"/>
              </a:spcBef>
              <a:spcAft>
                <a:spcPts val="0"/>
              </a:spcAft>
              <a:buNone/>
            </a:pPr>
            <a:r>
              <a:t/>
            </a:r>
            <a:endParaRPr sz="1425"/>
          </a:p>
          <a:p>
            <a:pPr indent="-490537" lvl="0" marL="514350" rtl="0" algn="l">
              <a:lnSpc>
                <a:spcPct val="130000"/>
              </a:lnSpc>
              <a:spcBef>
                <a:spcPts val="0"/>
              </a:spcBef>
              <a:spcAft>
                <a:spcPts val="0"/>
              </a:spcAft>
              <a:buSzPts val="1425"/>
              <a:buFont typeface="Arial"/>
              <a:buChar char="•"/>
            </a:pPr>
            <a:r>
              <a:rPr lang="en-US" sz="1425"/>
              <a:t>Two kinds of Classifiers:</a:t>
            </a:r>
            <a:r>
              <a:rPr lang="en-US" sz="1425"/>
              <a:t> </a:t>
            </a:r>
            <a:endParaRPr sz="1425"/>
          </a:p>
          <a:p>
            <a:pPr indent="-319087" lvl="1" marL="914400" rtl="0" algn="l">
              <a:lnSpc>
                <a:spcPct val="130000"/>
              </a:lnSpc>
              <a:spcBef>
                <a:spcPts val="360"/>
              </a:spcBef>
              <a:spcAft>
                <a:spcPts val="0"/>
              </a:spcAft>
              <a:buSzPts val="1425"/>
              <a:buFont typeface="Arial"/>
              <a:buChar char="–"/>
            </a:pPr>
            <a:r>
              <a:rPr lang="en-US" sz="1425"/>
              <a:t>Probabilistic Generative Classifiers</a:t>
            </a:r>
            <a:endParaRPr sz="1425"/>
          </a:p>
          <a:p>
            <a:pPr indent="-319087" lvl="2" marL="1371600" rtl="0" algn="l">
              <a:lnSpc>
                <a:spcPct val="130000"/>
              </a:lnSpc>
              <a:spcBef>
                <a:spcPts val="360"/>
              </a:spcBef>
              <a:spcAft>
                <a:spcPts val="0"/>
              </a:spcAft>
              <a:buSzPts val="1425"/>
              <a:buChar char="•"/>
            </a:pPr>
            <a:r>
              <a:rPr lang="en-US" sz="1425"/>
              <a:t>Models aim to learn joint </a:t>
            </a:r>
            <a:r>
              <a:rPr lang="en-US" sz="1425"/>
              <a:t>probability</a:t>
            </a:r>
            <a:r>
              <a:rPr lang="en-US" sz="1425"/>
              <a:t> distribution P(X, Y) </a:t>
            </a:r>
            <a:endParaRPr sz="1425"/>
          </a:p>
          <a:p>
            <a:pPr indent="-319087" lvl="1" marL="914400" rtl="0" algn="l">
              <a:lnSpc>
                <a:spcPct val="130000"/>
              </a:lnSpc>
              <a:spcBef>
                <a:spcPts val="360"/>
              </a:spcBef>
              <a:spcAft>
                <a:spcPts val="0"/>
              </a:spcAft>
              <a:buSzPts val="1425"/>
              <a:buFont typeface="Arial"/>
              <a:buChar char="–"/>
            </a:pPr>
            <a:r>
              <a:rPr lang="en-US" sz="1425"/>
              <a:t>Probabilistic Discriminative Classifiers</a:t>
            </a:r>
            <a:endParaRPr sz="1425"/>
          </a:p>
          <a:p>
            <a:pPr indent="-319087" lvl="2" marL="1371600" rtl="0" algn="l">
              <a:lnSpc>
                <a:spcPct val="130000"/>
              </a:lnSpc>
              <a:spcBef>
                <a:spcPts val="360"/>
              </a:spcBef>
              <a:spcAft>
                <a:spcPts val="0"/>
              </a:spcAft>
              <a:buSzPts val="1425"/>
              <a:buChar char="•"/>
            </a:pPr>
            <a:r>
              <a:rPr lang="en-US" sz="1425"/>
              <a:t>Models learn the decision boundary that separate the two classes</a:t>
            </a:r>
            <a:endParaRPr sz="1425"/>
          </a:p>
          <a:p>
            <a:pPr indent="-400050" lvl="0" marL="514350" rtl="0" algn="l">
              <a:lnSpc>
                <a:spcPct val="130000"/>
              </a:lnSpc>
              <a:spcBef>
                <a:spcPts val="360"/>
              </a:spcBef>
              <a:spcAft>
                <a:spcPts val="0"/>
              </a:spcAft>
              <a:buSzPts val="1125"/>
              <a:buFont typeface="Arial"/>
              <a:buNone/>
            </a:pPr>
            <a:r>
              <a:t/>
            </a:r>
            <a:endParaRPr sz="1425"/>
          </a:p>
          <a:p>
            <a:pPr indent="-400050" lvl="0" marL="514350" rtl="0" algn="l">
              <a:lnSpc>
                <a:spcPct val="130000"/>
              </a:lnSpc>
              <a:spcBef>
                <a:spcPts val="360"/>
              </a:spcBef>
              <a:spcAft>
                <a:spcPts val="0"/>
              </a:spcAft>
              <a:buSzPts val="1125"/>
              <a:buFont typeface="Arial"/>
              <a:buNone/>
            </a:pPr>
            <a:r>
              <a:t/>
            </a:r>
            <a:endParaRPr sz="1425"/>
          </a:p>
          <a:p>
            <a:pPr indent="-400050" lvl="0" marL="514350" rtl="0" algn="l">
              <a:lnSpc>
                <a:spcPct val="130000"/>
              </a:lnSpc>
              <a:spcBef>
                <a:spcPts val="360"/>
              </a:spcBef>
              <a:spcAft>
                <a:spcPts val="0"/>
              </a:spcAft>
              <a:buSzPts val="1125"/>
              <a:buFont typeface="Arial"/>
              <a:buNone/>
            </a:pPr>
            <a:r>
              <a:t/>
            </a:r>
            <a:endParaRPr sz="1425"/>
          </a:p>
          <a:p>
            <a:pPr indent="-400050" lvl="0" marL="514350" rtl="0" algn="l">
              <a:lnSpc>
                <a:spcPct val="130000"/>
              </a:lnSpc>
              <a:spcBef>
                <a:spcPts val="360"/>
              </a:spcBef>
              <a:spcAft>
                <a:spcPts val="0"/>
              </a:spcAft>
              <a:buSzPts val="1125"/>
              <a:buFont typeface="Arial"/>
              <a:buNone/>
            </a:pPr>
            <a:r>
              <a:t/>
            </a:r>
            <a:endParaRPr sz="1425"/>
          </a:p>
          <a:p>
            <a:pPr indent="-400050" lvl="0" marL="514350" rtl="0" algn="l">
              <a:lnSpc>
                <a:spcPct val="130000"/>
              </a:lnSpc>
              <a:spcBef>
                <a:spcPts val="360"/>
              </a:spcBef>
              <a:spcAft>
                <a:spcPts val="0"/>
              </a:spcAft>
              <a:buSzPts val="1125"/>
              <a:buFont typeface="Arial"/>
              <a:buNone/>
            </a:pPr>
            <a:r>
              <a:t/>
            </a:r>
            <a:endParaRPr sz="1425"/>
          </a:p>
        </p:txBody>
      </p:sp>
      <p:sp>
        <p:nvSpPr>
          <p:cNvPr id="2944" name="Google Shape;2944;p3"/>
          <p:cNvSpPr txBox="1"/>
          <p:nvPr>
            <p:ph idx="2" type="body"/>
          </p:nvPr>
        </p:nvSpPr>
        <p:spPr>
          <a:xfrm>
            <a:off x="304800" y="469599"/>
            <a:ext cx="6324600" cy="461700"/>
          </a:xfrm>
          <a:prstGeom prst="rect">
            <a:avLst/>
          </a:prstGeom>
          <a:noFill/>
          <a:ln>
            <a:noFill/>
          </a:ln>
        </p:spPr>
        <p:txBody>
          <a:bodyPr anchorCtr="0" anchor="ctr" bIns="45700" lIns="91425" spcFirstLastPara="1" rIns="91425" wrap="square" tIns="45700">
            <a:spAutoFit/>
          </a:bodyPr>
          <a:lstStyle/>
          <a:p>
            <a:pPr indent="0" lvl="0" marL="0" rtl="0" algn="l">
              <a:lnSpc>
                <a:spcPct val="150000"/>
              </a:lnSpc>
              <a:spcBef>
                <a:spcPts val="0"/>
              </a:spcBef>
              <a:spcAft>
                <a:spcPts val="0"/>
              </a:spcAft>
              <a:buClr>
                <a:schemeClr val="dk1"/>
              </a:buClr>
              <a:buSzPts val="2400"/>
              <a:buNone/>
            </a:pPr>
            <a:r>
              <a:rPr lang="en-US" sz="2400"/>
              <a:t>Recap</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8" name="Shape 2948"/>
        <p:cNvGrpSpPr/>
        <p:nvPr/>
      </p:nvGrpSpPr>
      <p:grpSpPr>
        <a:xfrm>
          <a:off x="0" y="0"/>
          <a:ext cx="0" cy="0"/>
          <a:chOff x="0" y="0"/>
          <a:chExt cx="0" cy="0"/>
        </a:xfrm>
      </p:grpSpPr>
      <p:sp>
        <p:nvSpPr>
          <p:cNvPr id="2949" name="Google Shape;2949;p16"/>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Calibri"/>
                <a:ea typeface="Calibri"/>
                <a:cs typeface="Calibri"/>
                <a:sym typeface="Calibri"/>
              </a:rPr>
              <a:t>Logistic Regression</a:t>
            </a:r>
            <a:endParaRPr b="1" i="0" sz="3200" u="none" cap="none" strike="noStrike">
              <a:solidFill>
                <a:srgbClr val="C00000"/>
              </a:solidFill>
              <a:latin typeface="Calibri"/>
              <a:ea typeface="Calibri"/>
              <a:cs typeface="Calibri"/>
              <a:sym typeface="Calibri"/>
            </a:endParaRPr>
          </a:p>
        </p:txBody>
      </p:sp>
      <p:sp>
        <p:nvSpPr>
          <p:cNvPr id="2950" name="Google Shape;2950;p16"/>
          <p:cNvSpPr txBox="1"/>
          <p:nvPr>
            <p:ph idx="2" type="body"/>
          </p:nvPr>
        </p:nvSpPr>
        <p:spPr>
          <a:xfrm>
            <a:off x="304800" y="152400"/>
            <a:ext cx="6324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AGENDA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5" name="Shape 2955"/>
        <p:cNvGrpSpPr/>
        <p:nvPr/>
      </p:nvGrpSpPr>
      <p:grpSpPr>
        <a:xfrm>
          <a:off x="0" y="0"/>
          <a:ext cx="0" cy="0"/>
          <a:chOff x="0" y="0"/>
          <a:chExt cx="0" cy="0"/>
        </a:xfrm>
      </p:grpSpPr>
      <p:sp>
        <p:nvSpPr>
          <p:cNvPr id="2956" name="Google Shape;2956;g2e91d18c78f_0_9"/>
          <p:cNvSpPr txBox="1"/>
          <p:nvPr>
            <p:ph idx="1" type="body"/>
          </p:nvPr>
        </p:nvSpPr>
        <p:spPr>
          <a:xfrm>
            <a:off x="304800" y="1493837"/>
            <a:ext cx="8229600" cy="4526100"/>
          </a:xfrm>
          <a:prstGeom prst="rect">
            <a:avLst/>
          </a:prstGeom>
        </p:spPr>
        <p:txBody>
          <a:bodyPr anchorCtr="0" anchor="t" bIns="45700" lIns="91425" spcFirstLastPara="1" rIns="91425" wrap="square" tIns="45700">
            <a:noAutofit/>
          </a:bodyPr>
          <a:lstStyle/>
          <a:p>
            <a:pPr indent="-342900" lvl="0" marL="457200" rtl="0" algn="l">
              <a:spcBef>
                <a:spcPts val="480"/>
              </a:spcBef>
              <a:spcAft>
                <a:spcPts val="0"/>
              </a:spcAft>
              <a:buClr>
                <a:srgbClr val="404040"/>
              </a:buClr>
              <a:buSzPts val="1800"/>
              <a:buChar char="●"/>
            </a:pPr>
            <a:r>
              <a:rPr lang="en-US" sz="1800">
                <a:solidFill>
                  <a:srgbClr val="404040"/>
                </a:solidFill>
                <a:highlight>
                  <a:srgbClr val="FFFFFF"/>
                </a:highlight>
              </a:rPr>
              <a:t>statistical model used for binary classification problems, </a:t>
            </a:r>
            <a:endParaRPr sz="1800">
              <a:solidFill>
                <a:srgbClr val="404040"/>
              </a:solidFill>
              <a:highlight>
                <a:srgbClr val="FFFFFF"/>
              </a:highlight>
            </a:endParaRPr>
          </a:p>
          <a:p>
            <a:pPr indent="-330200" lvl="1" marL="914400" rtl="0" algn="l">
              <a:spcBef>
                <a:spcPts val="0"/>
              </a:spcBef>
              <a:spcAft>
                <a:spcPts val="0"/>
              </a:spcAft>
              <a:buClr>
                <a:srgbClr val="404040"/>
              </a:buClr>
              <a:buSzPts val="1600"/>
              <a:buChar char="○"/>
            </a:pPr>
            <a:r>
              <a:rPr lang="en-US" sz="1800">
                <a:solidFill>
                  <a:srgbClr val="404040"/>
                </a:solidFill>
                <a:highlight>
                  <a:srgbClr val="FFFFFF"/>
                </a:highlight>
              </a:rPr>
              <a:t>goal is to predict the probability that a given input belongs to one of two classes.</a:t>
            </a:r>
            <a:r>
              <a:rPr lang="en-US" sz="1200">
                <a:solidFill>
                  <a:srgbClr val="404040"/>
                </a:solidFill>
                <a:highlight>
                  <a:srgbClr val="FFFFFF"/>
                </a:highlight>
              </a:rPr>
              <a:t> </a:t>
            </a:r>
            <a:endParaRPr sz="1200">
              <a:solidFill>
                <a:srgbClr val="404040"/>
              </a:solidFill>
              <a:highlight>
                <a:srgbClr val="FFFFFF"/>
              </a:highlight>
            </a:endParaRPr>
          </a:p>
          <a:p>
            <a:pPr indent="-342900" lvl="1" marL="914400" rtl="0" algn="l">
              <a:spcBef>
                <a:spcPts val="0"/>
              </a:spcBef>
              <a:spcAft>
                <a:spcPts val="0"/>
              </a:spcAft>
              <a:buClr>
                <a:srgbClr val="404040"/>
              </a:buClr>
              <a:buSzPts val="1800"/>
              <a:buChar char="○"/>
            </a:pPr>
            <a:r>
              <a:rPr lang="en-US" sz="1800">
                <a:solidFill>
                  <a:srgbClr val="404040"/>
                </a:solidFill>
                <a:highlight>
                  <a:srgbClr val="FFFFFF"/>
                </a:highlight>
              </a:rPr>
              <a:t>uses the logistic function to model the relationship between the input variables (also known as predictors or features) and the output variable (also known as the response or target)</a:t>
            </a:r>
            <a:endParaRPr sz="1800">
              <a:solidFill>
                <a:srgbClr val="404040"/>
              </a:solidFill>
              <a:highlight>
                <a:srgbClr val="FFFFFF"/>
              </a:highlight>
            </a:endParaRPr>
          </a:p>
          <a:p>
            <a:pPr indent="0" lvl="0" marL="914400" rtl="0" algn="l">
              <a:spcBef>
                <a:spcPts val="480"/>
              </a:spcBef>
              <a:spcAft>
                <a:spcPts val="0"/>
              </a:spcAft>
              <a:buNone/>
            </a:pPr>
            <a:r>
              <a:rPr lang="en-US" sz="1800">
                <a:solidFill>
                  <a:srgbClr val="404040"/>
                </a:solidFill>
                <a:highlight>
                  <a:srgbClr val="FFFFFF"/>
                </a:highlight>
              </a:rPr>
              <a:t>MODEL:</a:t>
            </a:r>
            <a:endParaRPr sz="1800">
              <a:solidFill>
                <a:srgbClr val="404040"/>
              </a:solidFill>
              <a:highlight>
                <a:srgbClr val="FFFFFF"/>
              </a:highlight>
            </a:endParaRPr>
          </a:p>
          <a:p>
            <a:pPr indent="0" lvl="0" marL="914400" rtl="0" algn="l">
              <a:spcBef>
                <a:spcPts val="480"/>
              </a:spcBef>
              <a:spcAft>
                <a:spcPts val="0"/>
              </a:spcAft>
              <a:buNone/>
            </a:pPr>
            <a:r>
              <a:rPr lang="en-US" sz="1800">
                <a:solidFill>
                  <a:srgbClr val="404040"/>
                </a:solidFill>
                <a:highlight>
                  <a:srgbClr val="FFFFFF"/>
                </a:highlight>
              </a:rPr>
              <a:t>      z = woxo + w1 x1 + …. + wnxn</a:t>
            </a:r>
            <a:endParaRPr sz="1800">
              <a:solidFill>
                <a:srgbClr val="404040"/>
              </a:solidFill>
              <a:highlight>
                <a:srgbClr val="FFFFFF"/>
              </a:highlight>
            </a:endParaRPr>
          </a:p>
          <a:p>
            <a:pPr indent="0" lvl="0" marL="914400" rtl="0" algn="l">
              <a:spcBef>
                <a:spcPts val="480"/>
              </a:spcBef>
              <a:spcAft>
                <a:spcPts val="0"/>
              </a:spcAft>
              <a:buNone/>
            </a:pPr>
            <a:r>
              <a:rPr lang="en-US" sz="1800">
                <a:solidFill>
                  <a:srgbClr val="404040"/>
                </a:solidFill>
                <a:highlight>
                  <a:srgbClr val="FFFFFF"/>
                </a:highlight>
              </a:rPr>
              <a:t>     hz(x) = 1/ 1 + e^ -z</a:t>
            </a:r>
            <a:endParaRPr sz="1800">
              <a:solidFill>
                <a:srgbClr val="404040"/>
              </a:solidFill>
              <a:highlight>
                <a:srgbClr val="FFFFFF"/>
              </a:highlight>
            </a:endParaRPr>
          </a:p>
          <a:p>
            <a:pPr indent="0" lvl="0" marL="0" rtl="0" algn="l">
              <a:spcBef>
                <a:spcPts val="480"/>
              </a:spcBef>
              <a:spcAft>
                <a:spcPts val="0"/>
              </a:spcAft>
              <a:buNone/>
            </a:pPr>
            <a:r>
              <a:t/>
            </a:r>
            <a:endParaRPr sz="1800">
              <a:solidFill>
                <a:srgbClr val="404040"/>
              </a:solidFill>
              <a:highlight>
                <a:srgbClr val="FFFFFF"/>
              </a:highlight>
            </a:endParaRPr>
          </a:p>
          <a:p>
            <a:pPr indent="0" lvl="0" marL="0" rtl="0" algn="l">
              <a:spcBef>
                <a:spcPts val="480"/>
              </a:spcBef>
              <a:spcAft>
                <a:spcPts val="0"/>
              </a:spcAft>
              <a:buNone/>
            </a:pPr>
            <a:r>
              <a:t/>
            </a:r>
            <a:endParaRPr sz="1800">
              <a:solidFill>
                <a:srgbClr val="404040"/>
              </a:solidFill>
              <a:highlight>
                <a:srgbClr val="FFFFFF"/>
              </a:highlight>
            </a:endParaRPr>
          </a:p>
          <a:p>
            <a:pPr indent="0" lvl="0" marL="914400" rtl="0" algn="l">
              <a:spcBef>
                <a:spcPts val="480"/>
              </a:spcBef>
              <a:spcAft>
                <a:spcPts val="0"/>
              </a:spcAft>
              <a:buNone/>
            </a:pPr>
            <a:r>
              <a:t/>
            </a:r>
            <a:endParaRPr sz="1800">
              <a:solidFill>
                <a:srgbClr val="404040"/>
              </a:solidFill>
              <a:highlight>
                <a:srgbClr val="FFFFFF"/>
              </a:highlight>
            </a:endParaRPr>
          </a:p>
        </p:txBody>
      </p:sp>
      <p:sp>
        <p:nvSpPr>
          <p:cNvPr id="2957" name="Google Shape;2957;g2e91d18c78f_0_9"/>
          <p:cNvSpPr txBox="1"/>
          <p:nvPr>
            <p:ph idx="2" type="body"/>
          </p:nvPr>
        </p:nvSpPr>
        <p:spPr>
          <a:xfrm>
            <a:off x="304800" y="152400"/>
            <a:ext cx="6324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Logistic Regression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1" name="Shape 2961"/>
        <p:cNvGrpSpPr/>
        <p:nvPr/>
      </p:nvGrpSpPr>
      <p:grpSpPr>
        <a:xfrm>
          <a:off x="0" y="0"/>
          <a:ext cx="0" cy="0"/>
          <a:chOff x="0" y="0"/>
          <a:chExt cx="0" cy="0"/>
        </a:xfrm>
      </p:grpSpPr>
      <p:sp>
        <p:nvSpPr>
          <p:cNvPr id="2962" name="Google Shape;2962;p17"/>
          <p:cNvSpPr/>
          <p:nvPr/>
        </p:nvSpPr>
        <p:spPr>
          <a:xfrm>
            <a:off x="7312320" y="5127652"/>
            <a:ext cx="544606" cy="146957"/>
          </a:xfrm>
          <a:custGeom>
            <a:rect b="b" l="l" r="r" t="t"/>
            <a:pathLst>
              <a:path extrusionOk="0" h="215900" w="800100">
                <a:moveTo>
                  <a:pt x="800099" y="0"/>
                </a:moveTo>
                <a:lnTo>
                  <a:pt x="0" y="0"/>
                </a:lnTo>
                <a:lnTo>
                  <a:pt x="0" y="215900"/>
                </a:lnTo>
                <a:lnTo>
                  <a:pt x="800099" y="215900"/>
                </a:lnTo>
                <a:lnTo>
                  <a:pt x="8000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grpSp>
        <p:nvGrpSpPr>
          <p:cNvPr id="2963" name="Google Shape;2963;p17"/>
          <p:cNvGrpSpPr/>
          <p:nvPr/>
        </p:nvGrpSpPr>
        <p:grpSpPr>
          <a:xfrm>
            <a:off x="2259570" y="1786512"/>
            <a:ext cx="4853476" cy="1400415"/>
            <a:chOff x="1949424" y="1365211"/>
            <a:chExt cx="7130415" cy="2057400"/>
          </a:xfrm>
        </p:grpSpPr>
        <p:sp>
          <p:nvSpPr>
            <p:cNvPr id="2964" name="Google Shape;2964;p17"/>
            <p:cNvSpPr/>
            <p:nvPr/>
          </p:nvSpPr>
          <p:spPr>
            <a:xfrm>
              <a:off x="1949424" y="1365211"/>
              <a:ext cx="7130415" cy="2057400"/>
            </a:xfrm>
            <a:custGeom>
              <a:rect b="b" l="l" r="r" t="t"/>
              <a:pathLst>
                <a:path extrusionOk="0" h="2057400" w="7130415">
                  <a:moveTo>
                    <a:pt x="7129983" y="1682737"/>
                  </a:moveTo>
                  <a:lnTo>
                    <a:pt x="6994182" y="1569237"/>
                  </a:lnTo>
                  <a:lnTo>
                    <a:pt x="6989165" y="1567815"/>
                  </a:lnTo>
                  <a:lnTo>
                    <a:pt x="6984301" y="1568259"/>
                  </a:lnTo>
                  <a:lnTo>
                    <a:pt x="6979450" y="1568691"/>
                  </a:lnTo>
                  <a:lnTo>
                    <a:pt x="6974764" y="1570977"/>
                  </a:lnTo>
                  <a:lnTo>
                    <a:pt x="6971385" y="1575028"/>
                  </a:lnTo>
                  <a:lnTo>
                    <a:pt x="6967779" y="1581683"/>
                  </a:lnTo>
                  <a:lnTo>
                    <a:pt x="6967042" y="1588960"/>
                  </a:lnTo>
                  <a:lnTo>
                    <a:pt x="6969074" y="1595983"/>
                  </a:lnTo>
                  <a:lnTo>
                    <a:pt x="6973798" y="1601889"/>
                  </a:lnTo>
                  <a:lnTo>
                    <a:pt x="7047624" y="1663598"/>
                  </a:lnTo>
                  <a:lnTo>
                    <a:pt x="3813391" y="1660753"/>
                  </a:lnTo>
                  <a:lnTo>
                    <a:pt x="3696309" y="1563065"/>
                  </a:lnTo>
                  <a:lnTo>
                    <a:pt x="3691293" y="1561642"/>
                  </a:lnTo>
                  <a:lnTo>
                    <a:pt x="3686441" y="1562087"/>
                  </a:lnTo>
                  <a:lnTo>
                    <a:pt x="3681577" y="1562531"/>
                  </a:lnTo>
                  <a:lnTo>
                    <a:pt x="3676891" y="1564830"/>
                  </a:lnTo>
                  <a:lnTo>
                    <a:pt x="3673525" y="1568869"/>
                  </a:lnTo>
                  <a:lnTo>
                    <a:pt x="3669931" y="1575536"/>
                  </a:lnTo>
                  <a:lnTo>
                    <a:pt x="3669195" y="1582813"/>
                  </a:lnTo>
                  <a:lnTo>
                    <a:pt x="3671227" y="1589836"/>
                  </a:lnTo>
                  <a:lnTo>
                    <a:pt x="3675964" y="1595729"/>
                  </a:lnTo>
                  <a:lnTo>
                    <a:pt x="3749840" y="1657375"/>
                  </a:lnTo>
                  <a:lnTo>
                    <a:pt x="133375" y="1657375"/>
                  </a:lnTo>
                  <a:lnTo>
                    <a:pt x="133375" y="82473"/>
                  </a:lnTo>
                  <a:lnTo>
                    <a:pt x="194932" y="156438"/>
                  </a:lnTo>
                  <a:lnTo>
                    <a:pt x="200837" y="161188"/>
                  </a:lnTo>
                  <a:lnTo>
                    <a:pt x="207848" y="163220"/>
                  </a:lnTo>
                  <a:lnTo>
                    <a:pt x="215112" y="162483"/>
                  </a:lnTo>
                  <a:lnTo>
                    <a:pt x="221767" y="158877"/>
                  </a:lnTo>
                  <a:lnTo>
                    <a:pt x="226504" y="152984"/>
                  </a:lnTo>
                  <a:lnTo>
                    <a:pt x="228536" y="145961"/>
                  </a:lnTo>
                  <a:lnTo>
                    <a:pt x="227799" y="138684"/>
                  </a:lnTo>
                  <a:lnTo>
                    <a:pt x="224205" y="132016"/>
                  </a:lnTo>
                  <a:lnTo>
                    <a:pt x="114325" y="0"/>
                  </a:lnTo>
                  <a:lnTo>
                    <a:pt x="4432" y="132016"/>
                  </a:lnTo>
                  <a:lnTo>
                    <a:pt x="838" y="138684"/>
                  </a:lnTo>
                  <a:lnTo>
                    <a:pt x="101" y="145961"/>
                  </a:lnTo>
                  <a:lnTo>
                    <a:pt x="2133" y="152984"/>
                  </a:lnTo>
                  <a:lnTo>
                    <a:pt x="6870" y="158877"/>
                  </a:lnTo>
                  <a:lnTo>
                    <a:pt x="13525" y="162483"/>
                  </a:lnTo>
                  <a:lnTo>
                    <a:pt x="20789" y="163220"/>
                  </a:lnTo>
                  <a:lnTo>
                    <a:pt x="27813" y="161188"/>
                  </a:lnTo>
                  <a:lnTo>
                    <a:pt x="33705" y="156438"/>
                  </a:lnTo>
                  <a:lnTo>
                    <a:pt x="95275" y="82473"/>
                  </a:lnTo>
                  <a:lnTo>
                    <a:pt x="95275" y="1657375"/>
                  </a:lnTo>
                  <a:lnTo>
                    <a:pt x="38" y="1657375"/>
                  </a:lnTo>
                  <a:lnTo>
                    <a:pt x="25" y="1670088"/>
                  </a:lnTo>
                  <a:lnTo>
                    <a:pt x="0" y="1695513"/>
                  </a:lnTo>
                  <a:lnTo>
                    <a:pt x="95275" y="1695602"/>
                  </a:lnTo>
                  <a:lnTo>
                    <a:pt x="95275" y="2057234"/>
                  </a:lnTo>
                  <a:lnTo>
                    <a:pt x="133375" y="2057234"/>
                  </a:lnTo>
                  <a:lnTo>
                    <a:pt x="133375" y="1695640"/>
                  </a:lnTo>
                  <a:lnTo>
                    <a:pt x="3745865" y="1698828"/>
                  </a:lnTo>
                  <a:lnTo>
                    <a:pt x="3675964" y="1757159"/>
                  </a:lnTo>
                  <a:lnTo>
                    <a:pt x="3671227" y="1763064"/>
                  </a:lnTo>
                  <a:lnTo>
                    <a:pt x="3669195" y="1770075"/>
                  </a:lnTo>
                  <a:lnTo>
                    <a:pt x="3669931" y="1777352"/>
                  </a:lnTo>
                  <a:lnTo>
                    <a:pt x="3673525" y="1784019"/>
                  </a:lnTo>
                  <a:lnTo>
                    <a:pt x="3679418" y="1788756"/>
                  </a:lnTo>
                  <a:lnTo>
                    <a:pt x="3686441" y="1790801"/>
                  </a:lnTo>
                  <a:lnTo>
                    <a:pt x="3693706" y="1790065"/>
                  </a:lnTo>
                  <a:lnTo>
                    <a:pt x="3700361" y="1786458"/>
                  </a:lnTo>
                  <a:lnTo>
                    <a:pt x="3805339" y="1698879"/>
                  </a:lnTo>
                  <a:lnTo>
                    <a:pt x="7047598" y="1701736"/>
                  </a:lnTo>
                  <a:lnTo>
                    <a:pt x="6973659" y="1763306"/>
                  </a:lnTo>
                  <a:lnTo>
                    <a:pt x="6968922" y="1769211"/>
                  </a:lnTo>
                  <a:lnTo>
                    <a:pt x="6966877" y="1776234"/>
                  </a:lnTo>
                  <a:lnTo>
                    <a:pt x="6967601" y="1783511"/>
                  </a:lnTo>
                  <a:lnTo>
                    <a:pt x="6971195" y="1790166"/>
                  </a:lnTo>
                  <a:lnTo>
                    <a:pt x="6977088" y="1794916"/>
                  </a:lnTo>
                  <a:lnTo>
                    <a:pt x="6984098" y="1796961"/>
                  </a:lnTo>
                  <a:lnTo>
                    <a:pt x="6991363" y="1796237"/>
                  </a:lnTo>
                  <a:lnTo>
                    <a:pt x="6998030" y="1792630"/>
                  </a:lnTo>
                  <a:lnTo>
                    <a:pt x="7129983" y="168273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pic>
          <p:nvPicPr>
            <p:cNvPr id="2965" name="Google Shape;2965;p17"/>
            <p:cNvPicPr preferRelativeResize="0"/>
            <p:nvPr/>
          </p:nvPicPr>
          <p:blipFill rotWithShape="1">
            <a:blip r:embed="rId3">
              <a:alphaModFix/>
            </a:blip>
            <a:srcRect b="0" l="0" r="0" t="0"/>
            <a:stretch/>
          </p:blipFill>
          <p:spPr>
            <a:xfrm>
              <a:off x="2231319" y="2930039"/>
              <a:ext cx="233987" cy="234230"/>
            </a:xfrm>
            <a:prstGeom prst="rect">
              <a:avLst/>
            </a:prstGeom>
            <a:noFill/>
            <a:ln>
              <a:noFill/>
            </a:ln>
          </p:spPr>
        </p:pic>
        <p:pic>
          <p:nvPicPr>
            <p:cNvPr id="2966" name="Google Shape;2966;p17"/>
            <p:cNvPicPr preferRelativeResize="0"/>
            <p:nvPr/>
          </p:nvPicPr>
          <p:blipFill rotWithShape="1">
            <a:blip r:embed="rId3">
              <a:alphaModFix/>
            </a:blip>
            <a:srcRect b="0" l="0" r="0" t="0"/>
            <a:stretch/>
          </p:blipFill>
          <p:spPr>
            <a:xfrm>
              <a:off x="2553054" y="2930039"/>
              <a:ext cx="233987" cy="234229"/>
            </a:xfrm>
            <a:prstGeom prst="rect">
              <a:avLst/>
            </a:prstGeom>
            <a:noFill/>
            <a:ln>
              <a:noFill/>
            </a:ln>
          </p:spPr>
        </p:pic>
        <p:pic>
          <p:nvPicPr>
            <p:cNvPr id="2967" name="Google Shape;2967;p17"/>
            <p:cNvPicPr preferRelativeResize="0"/>
            <p:nvPr/>
          </p:nvPicPr>
          <p:blipFill rotWithShape="1">
            <a:blip r:embed="rId3">
              <a:alphaModFix/>
            </a:blip>
            <a:srcRect b="0" l="0" r="0" t="0"/>
            <a:stretch/>
          </p:blipFill>
          <p:spPr>
            <a:xfrm>
              <a:off x="2892507" y="2930039"/>
              <a:ext cx="233987" cy="234230"/>
            </a:xfrm>
            <a:prstGeom prst="rect">
              <a:avLst/>
            </a:prstGeom>
            <a:noFill/>
            <a:ln>
              <a:noFill/>
            </a:ln>
          </p:spPr>
        </p:pic>
        <p:pic>
          <p:nvPicPr>
            <p:cNvPr id="2968" name="Google Shape;2968;p17"/>
            <p:cNvPicPr preferRelativeResize="0"/>
            <p:nvPr/>
          </p:nvPicPr>
          <p:blipFill rotWithShape="1">
            <a:blip r:embed="rId3">
              <a:alphaModFix/>
            </a:blip>
            <a:srcRect b="0" l="0" r="0" t="0"/>
            <a:stretch/>
          </p:blipFill>
          <p:spPr>
            <a:xfrm>
              <a:off x="3294672" y="2930039"/>
              <a:ext cx="233987" cy="234230"/>
            </a:xfrm>
            <a:prstGeom prst="rect">
              <a:avLst/>
            </a:prstGeom>
            <a:noFill/>
            <a:ln>
              <a:noFill/>
            </a:ln>
          </p:spPr>
        </p:pic>
        <p:pic>
          <p:nvPicPr>
            <p:cNvPr id="2969" name="Google Shape;2969;p17"/>
            <p:cNvPicPr preferRelativeResize="0"/>
            <p:nvPr/>
          </p:nvPicPr>
          <p:blipFill rotWithShape="1">
            <a:blip r:embed="rId3">
              <a:alphaModFix/>
            </a:blip>
            <a:srcRect b="0" l="0" r="0" t="0"/>
            <a:stretch/>
          </p:blipFill>
          <p:spPr>
            <a:xfrm>
              <a:off x="4081286" y="1592466"/>
              <a:ext cx="233987" cy="234230"/>
            </a:xfrm>
            <a:prstGeom prst="rect">
              <a:avLst/>
            </a:prstGeom>
            <a:noFill/>
            <a:ln>
              <a:noFill/>
            </a:ln>
          </p:spPr>
        </p:pic>
        <p:pic>
          <p:nvPicPr>
            <p:cNvPr id="2970" name="Google Shape;2970;p17"/>
            <p:cNvPicPr preferRelativeResize="0"/>
            <p:nvPr/>
          </p:nvPicPr>
          <p:blipFill rotWithShape="1">
            <a:blip r:embed="rId3">
              <a:alphaModFix/>
            </a:blip>
            <a:srcRect b="0" l="0" r="0" t="0"/>
            <a:stretch/>
          </p:blipFill>
          <p:spPr>
            <a:xfrm>
              <a:off x="4501174" y="1592466"/>
              <a:ext cx="233987" cy="234229"/>
            </a:xfrm>
            <a:prstGeom prst="rect">
              <a:avLst/>
            </a:prstGeom>
            <a:noFill/>
            <a:ln>
              <a:noFill/>
            </a:ln>
          </p:spPr>
        </p:pic>
        <p:pic>
          <p:nvPicPr>
            <p:cNvPr id="2971" name="Google Shape;2971;p17"/>
            <p:cNvPicPr preferRelativeResize="0"/>
            <p:nvPr/>
          </p:nvPicPr>
          <p:blipFill rotWithShape="1">
            <a:blip r:embed="rId3">
              <a:alphaModFix/>
            </a:blip>
            <a:srcRect b="0" l="0" r="0" t="0"/>
            <a:stretch/>
          </p:blipFill>
          <p:spPr>
            <a:xfrm>
              <a:off x="4903340" y="1592466"/>
              <a:ext cx="233987" cy="234229"/>
            </a:xfrm>
            <a:prstGeom prst="rect">
              <a:avLst/>
            </a:prstGeom>
            <a:noFill/>
            <a:ln>
              <a:noFill/>
            </a:ln>
          </p:spPr>
        </p:pic>
        <p:pic>
          <p:nvPicPr>
            <p:cNvPr id="2972" name="Google Shape;2972;p17"/>
            <p:cNvPicPr preferRelativeResize="0"/>
            <p:nvPr/>
          </p:nvPicPr>
          <p:blipFill rotWithShape="1">
            <a:blip r:embed="rId3">
              <a:alphaModFix/>
            </a:blip>
            <a:srcRect b="0" l="0" r="0" t="0"/>
            <a:stretch/>
          </p:blipFill>
          <p:spPr>
            <a:xfrm>
              <a:off x="5368221" y="1592466"/>
              <a:ext cx="233987" cy="234229"/>
            </a:xfrm>
            <a:prstGeom prst="rect">
              <a:avLst/>
            </a:prstGeom>
            <a:noFill/>
            <a:ln>
              <a:noFill/>
            </a:ln>
          </p:spPr>
        </p:pic>
      </p:grpSp>
      <p:grpSp>
        <p:nvGrpSpPr>
          <p:cNvPr id="2973" name="Google Shape;2973;p17"/>
          <p:cNvGrpSpPr/>
          <p:nvPr/>
        </p:nvGrpSpPr>
        <p:grpSpPr>
          <a:xfrm>
            <a:off x="4990363" y="4439647"/>
            <a:ext cx="2701404" cy="704700"/>
            <a:chOff x="3398135" y="4699324"/>
            <a:chExt cx="3601872" cy="939600"/>
          </a:xfrm>
        </p:grpSpPr>
        <p:sp>
          <p:nvSpPr>
            <p:cNvPr id="2974" name="Google Shape;2974;p17"/>
            <p:cNvSpPr txBox="1"/>
            <p:nvPr/>
          </p:nvSpPr>
          <p:spPr>
            <a:xfrm>
              <a:off x="3398135" y="4699324"/>
              <a:ext cx="177000" cy="939600"/>
            </a:xfrm>
            <a:prstGeom prst="rect">
              <a:avLst/>
            </a:prstGeom>
            <a:noFill/>
            <a:ln>
              <a:noFill/>
            </a:ln>
          </p:spPr>
          <p:txBody>
            <a:bodyPr anchorCtr="0" anchor="t" bIns="0" lIns="0" spcFirstLastPara="1" rIns="0" wrap="square" tIns="8625">
              <a:spAutoFit/>
            </a:bodyPr>
            <a:lstStyle/>
            <a:p>
              <a:pPr indent="0" lvl="0" marL="8645" marR="0" rtl="0" algn="l">
                <a:lnSpc>
                  <a:spcPct val="100000"/>
                </a:lnSpc>
                <a:spcBef>
                  <a:spcPts val="0"/>
                </a:spcBef>
                <a:spcAft>
                  <a:spcPts val="0"/>
                </a:spcAft>
                <a:buClr>
                  <a:srgbClr val="000000"/>
                </a:buClr>
                <a:buSzPts val="1702"/>
                <a:buFont typeface="Arial"/>
                <a:buNone/>
              </a:pPr>
              <a:r>
                <a:rPr b="0" i="0" lang="en-US" sz="1702" u="none" cap="none" strike="noStrike">
                  <a:solidFill>
                    <a:srgbClr val="000000"/>
                  </a:solidFill>
                  <a:latin typeface="Calibri"/>
                  <a:ea typeface="Calibri"/>
                  <a:cs typeface="Calibri"/>
                  <a:sym typeface="Calibri"/>
                </a:rPr>
                <a:t>If</a:t>
              </a:r>
              <a:endParaRPr b="0" i="0" sz="1702" u="none" cap="none" strike="noStrike">
                <a:solidFill>
                  <a:srgbClr val="000000"/>
                </a:solidFill>
                <a:latin typeface="Calibri"/>
                <a:ea typeface="Calibri"/>
                <a:cs typeface="Calibri"/>
                <a:sym typeface="Calibri"/>
              </a:endParaRPr>
            </a:p>
            <a:p>
              <a:pPr indent="0" lvl="0" marL="8645" marR="0" rtl="0" algn="l">
                <a:lnSpc>
                  <a:spcPct val="100000"/>
                </a:lnSpc>
                <a:spcBef>
                  <a:spcPts val="1341"/>
                </a:spcBef>
                <a:spcAft>
                  <a:spcPts val="0"/>
                </a:spcAft>
                <a:buClr>
                  <a:srgbClr val="000000"/>
                </a:buClr>
                <a:buSzPts val="1702"/>
                <a:buFont typeface="Arial"/>
                <a:buNone/>
              </a:pPr>
              <a:r>
                <a:rPr b="0" i="0" lang="en-US" sz="1702" u="none" cap="none" strike="noStrike">
                  <a:solidFill>
                    <a:srgbClr val="000000"/>
                  </a:solidFill>
                  <a:latin typeface="Calibri"/>
                  <a:ea typeface="Calibri"/>
                  <a:cs typeface="Calibri"/>
                  <a:sym typeface="Calibri"/>
                </a:rPr>
                <a:t>If</a:t>
              </a:r>
              <a:endParaRPr b="0" i="0" sz="1702" u="none" cap="none" strike="noStrike">
                <a:solidFill>
                  <a:srgbClr val="000000"/>
                </a:solidFill>
                <a:latin typeface="Calibri"/>
                <a:ea typeface="Calibri"/>
                <a:cs typeface="Calibri"/>
                <a:sym typeface="Calibri"/>
              </a:endParaRPr>
            </a:p>
          </p:txBody>
        </p:sp>
        <p:sp>
          <p:nvSpPr>
            <p:cNvPr id="2975" name="Google Shape;2975;p17"/>
            <p:cNvSpPr txBox="1"/>
            <p:nvPr/>
          </p:nvSpPr>
          <p:spPr>
            <a:xfrm>
              <a:off x="5127107" y="4699324"/>
              <a:ext cx="1872900" cy="939600"/>
            </a:xfrm>
            <a:prstGeom prst="rect">
              <a:avLst/>
            </a:prstGeom>
            <a:noFill/>
            <a:ln>
              <a:noFill/>
            </a:ln>
          </p:spPr>
          <p:txBody>
            <a:bodyPr anchorCtr="0" anchor="t" bIns="0" lIns="0" spcFirstLastPara="1" rIns="0" wrap="square" tIns="8625">
              <a:spAutoFit/>
            </a:bodyPr>
            <a:lstStyle/>
            <a:p>
              <a:pPr indent="0" lvl="0" marL="8645" marR="0" rtl="0" algn="l">
                <a:lnSpc>
                  <a:spcPct val="100000"/>
                </a:lnSpc>
                <a:spcBef>
                  <a:spcPts val="0"/>
                </a:spcBef>
                <a:spcAft>
                  <a:spcPts val="0"/>
                </a:spcAft>
                <a:buClr>
                  <a:srgbClr val="000000"/>
                </a:buClr>
                <a:buSzPts val="1702"/>
                <a:buFont typeface="Arial"/>
                <a:buNone/>
              </a:pPr>
              <a:r>
                <a:rPr b="0" i="0" lang="en-US" sz="1702" u="none" cap="none" strike="noStrike">
                  <a:solidFill>
                    <a:srgbClr val="000000"/>
                  </a:solidFill>
                  <a:latin typeface="Calibri"/>
                  <a:ea typeface="Calibri"/>
                  <a:cs typeface="Calibri"/>
                  <a:sym typeface="Calibri"/>
                </a:rPr>
                <a:t>, predict “y = 1”</a:t>
              </a:r>
              <a:endParaRPr b="0" i="0" sz="1702" u="none" cap="none" strike="noStrike">
                <a:solidFill>
                  <a:srgbClr val="000000"/>
                </a:solidFill>
                <a:latin typeface="Calibri"/>
                <a:ea typeface="Calibri"/>
                <a:cs typeface="Calibri"/>
                <a:sym typeface="Calibri"/>
              </a:endParaRPr>
            </a:p>
            <a:p>
              <a:pPr indent="0" lvl="0" marL="8645" marR="0" rtl="0" algn="l">
                <a:lnSpc>
                  <a:spcPct val="100000"/>
                </a:lnSpc>
                <a:spcBef>
                  <a:spcPts val="1341"/>
                </a:spcBef>
                <a:spcAft>
                  <a:spcPts val="0"/>
                </a:spcAft>
                <a:buClr>
                  <a:srgbClr val="000000"/>
                </a:buClr>
                <a:buSzPts val="1702"/>
                <a:buFont typeface="Arial"/>
                <a:buNone/>
              </a:pPr>
              <a:r>
                <a:rPr b="0" i="0" lang="en-US" sz="1702" u="none" cap="none" strike="noStrike">
                  <a:solidFill>
                    <a:srgbClr val="000000"/>
                  </a:solidFill>
                  <a:latin typeface="Calibri"/>
                  <a:ea typeface="Calibri"/>
                  <a:cs typeface="Calibri"/>
                  <a:sym typeface="Calibri"/>
                </a:rPr>
                <a:t>, predict “y = 0”</a:t>
              </a:r>
              <a:endParaRPr b="0" i="0" sz="1702" u="none" cap="none" strike="noStrike">
                <a:solidFill>
                  <a:srgbClr val="000000"/>
                </a:solidFill>
                <a:latin typeface="Calibri"/>
                <a:ea typeface="Calibri"/>
                <a:cs typeface="Calibri"/>
                <a:sym typeface="Calibri"/>
              </a:endParaRPr>
            </a:p>
          </p:txBody>
        </p:sp>
        <p:pic>
          <p:nvPicPr>
            <p:cNvPr id="2976" name="Google Shape;2976;p17"/>
            <p:cNvPicPr preferRelativeResize="0"/>
            <p:nvPr/>
          </p:nvPicPr>
          <p:blipFill rotWithShape="1">
            <a:blip r:embed="rId4">
              <a:alphaModFix/>
            </a:blip>
            <a:srcRect b="0" l="0" r="0" t="0"/>
            <a:stretch/>
          </p:blipFill>
          <p:spPr>
            <a:xfrm>
              <a:off x="3698582" y="4771786"/>
              <a:ext cx="1417704" cy="288150"/>
            </a:xfrm>
            <a:prstGeom prst="rect">
              <a:avLst/>
            </a:prstGeom>
            <a:noFill/>
            <a:ln>
              <a:noFill/>
            </a:ln>
          </p:spPr>
        </p:pic>
        <p:pic>
          <p:nvPicPr>
            <p:cNvPr id="2977" name="Google Shape;2977;p17"/>
            <p:cNvPicPr preferRelativeResize="0"/>
            <p:nvPr/>
          </p:nvPicPr>
          <p:blipFill rotWithShape="1">
            <a:blip r:embed="rId5">
              <a:alphaModFix/>
            </a:blip>
            <a:srcRect b="0" l="0" r="0" t="0"/>
            <a:stretch/>
          </p:blipFill>
          <p:spPr>
            <a:xfrm>
              <a:off x="3698582" y="5336562"/>
              <a:ext cx="1417704" cy="299676"/>
            </a:xfrm>
            <a:prstGeom prst="rect">
              <a:avLst/>
            </a:prstGeom>
            <a:noFill/>
            <a:ln>
              <a:noFill/>
            </a:ln>
          </p:spPr>
        </p:pic>
      </p:grpSp>
      <p:sp>
        <p:nvSpPr>
          <p:cNvPr id="2978" name="Google Shape;2978;p17"/>
          <p:cNvSpPr txBox="1"/>
          <p:nvPr>
            <p:ph type="title"/>
          </p:nvPr>
        </p:nvSpPr>
        <p:spPr>
          <a:xfrm>
            <a:off x="990600" y="2301684"/>
            <a:ext cx="1288085" cy="228790"/>
          </a:xfrm>
          <a:prstGeom prst="rect">
            <a:avLst/>
          </a:prstGeom>
          <a:noFill/>
          <a:ln>
            <a:noFill/>
          </a:ln>
        </p:spPr>
        <p:txBody>
          <a:bodyPr anchorCtr="0" anchor="ctr" bIns="0" lIns="0" spcFirstLastPara="1" rIns="0" wrap="square" tIns="8625">
            <a:spAutoFit/>
          </a:bodyPr>
          <a:lstStyle/>
          <a:p>
            <a:pPr indent="0" lvl="0" marL="8645" rtl="0" algn="l">
              <a:lnSpc>
                <a:spcPct val="100000"/>
              </a:lnSpc>
              <a:spcBef>
                <a:spcPts val="0"/>
              </a:spcBef>
              <a:spcAft>
                <a:spcPts val="0"/>
              </a:spcAft>
              <a:buClr>
                <a:srgbClr val="C00000"/>
              </a:buClr>
              <a:buSzPts val="1430"/>
              <a:buFont typeface="Cambria"/>
              <a:buNone/>
            </a:pPr>
            <a:r>
              <a:rPr lang="en-US" sz="1430">
                <a:solidFill>
                  <a:srgbClr val="C00000"/>
                </a:solidFill>
              </a:rPr>
              <a:t>Job Offered ?</a:t>
            </a:r>
            <a:endParaRPr/>
          </a:p>
        </p:txBody>
      </p:sp>
      <p:sp>
        <p:nvSpPr>
          <p:cNvPr id="2979" name="Google Shape;2979;p17"/>
          <p:cNvSpPr/>
          <p:nvPr/>
        </p:nvSpPr>
        <p:spPr>
          <a:xfrm>
            <a:off x="2259586" y="2028585"/>
            <a:ext cx="164246" cy="0"/>
          </a:xfrm>
          <a:custGeom>
            <a:rect b="b" l="l" r="r" t="t"/>
            <a:pathLst>
              <a:path extrusionOk="0" h="120000" w="241300">
                <a:moveTo>
                  <a:pt x="0" y="0"/>
                </a:moveTo>
                <a:lnTo>
                  <a:pt x="241299" y="0"/>
                </a:lnTo>
              </a:path>
            </a:pathLst>
          </a:custGeom>
          <a:noFill/>
          <a:ln cap="flat" cmpd="sng" w="38125">
            <a:solidFill>
              <a:srgbClr val="0D0D0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sp>
        <p:nvSpPr>
          <p:cNvPr id="2980" name="Google Shape;2980;p17"/>
          <p:cNvSpPr txBox="1"/>
          <p:nvPr/>
        </p:nvSpPr>
        <p:spPr>
          <a:xfrm>
            <a:off x="1785677" y="1897364"/>
            <a:ext cx="455135" cy="207695"/>
          </a:xfrm>
          <a:prstGeom prst="rect">
            <a:avLst/>
          </a:prstGeom>
          <a:noFill/>
          <a:ln>
            <a:noFill/>
          </a:ln>
        </p:spPr>
        <p:txBody>
          <a:bodyPr anchorCtr="0" anchor="t" bIns="0" lIns="0" spcFirstLastPara="1" rIns="0" wrap="square" tIns="8625">
            <a:spAutoFit/>
          </a:bodyPr>
          <a:lstStyle/>
          <a:p>
            <a:pPr indent="0" lvl="0" marL="8645" marR="0" rtl="0" algn="l">
              <a:lnSpc>
                <a:spcPct val="100000"/>
              </a:lnSpc>
              <a:spcBef>
                <a:spcPts val="0"/>
              </a:spcBef>
              <a:spcAft>
                <a:spcPts val="0"/>
              </a:spcAft>
              <a:buClr>
                <a:srgbClr val="000000"/>
              </a:buClr>
              <a:buSzPts val="1293"/>
              <a:buFont typeface="Arial"/>
              <a:buNone/>
            </a:pPr>
            <a:r>
              <a:rPr b="0" i="0" lang="en-US" sz="1293" u="none" cap="none" strike="noStrike">
                <a:solidFill>
                  <a:srgbClr val="000000"/>
                </a:solidFill>
                <a:latin typeface="Calibri"/>
                <a:ea typeface="Calibri"/>
                <a:cs typeface="Calibri"/>
                <a:sym typeface="Calibri"/>
              </a:rPr>
              <a:t>(Yes) 1</a:t>
            </a:r>
            <a:endParaRPr b="0" i="0" sz="1293" u="none" cap="none" strike="noStrike">
              <a:solidFill>
                <a:srgbClr val="000000"/>
              </a:solidFill>
              <a:latin typeface="Calibri"/>
              <a:ea typeface="Calibri"/>
              <a:cs typeface="Calibri"/>
              <a:sym typeface="Calibri"/>
            </a:endParaRPr>
          </a:p>
        </p:txBody>
      </p:sp>
      <p:sp>
        <p:nvSpPr>
          <p:cNvPr id="2981" name="Google Shape;2981;p17"/>
          <p:cNvSpPr txBox="1"/>
          <p:nvPr/>
        </p:nvSpPr>
        <p:spPr>
          <a:xfrm>
            <a:off x="1785676" y="2801051"/>
            <a:ext cx="429201" cy="207695"/>
          </a:xfrm>
          <a:prstGeom prst="rect">
            <a:avLst/>
          </a:prstGeom>
          <a:noFill/>
          <a:ln>
            <a:noFill/>
          </a:ln>
        </p:spPr>
        <p:txBody>
          <a:bodyPr anchorCtr="0" anchor="t" bIns="0" lIns="0" spcFirstLastPara="1" rIns="0" wrap="square" tIns="8625">
            <a:spAutoFit/>
          </a:bodyPr>
          <a:lstStyle/>
          <a:p>
            <a:pPr indent="0" lvl="0" marL="8645" marR="0" rtl="0" algn="l">
              <a:lnSpc>
                <a:spcPct val="100000"/>
              </a:lnSpc>
              <a:spcBef>
                <a:spcPts val="0"/>
              </a:spcBef>
              <a:spcAft>
                <a:spcPts val="0"/>
              </a:spcAft>
              <a:buClr>
                <a:srgbClr val="000000"/>
              </a:buClr>
              <a:buSzPts val="1293"/>
              <a:buFont typeface="Arial"/>
              <a:buNone/>
            </a:pPr>
            <a:r>
              <a:rPr b="0" i="0" lang="en-US" sz="1293" u="none" cap="none" strike="noStrike">
                <a:solidFill>
                  <a:srgbClr val="000000"/>
                </a:solidFill>
                <a:latin typeface="Calibri"/>
                <a:ea typeface="Calibri"/>
                <a:cs typeface="Calibri"/>
                <a:sym typeface="Calibri"/>
              </a:rPr>
              <a:t>(No) 0</a:t>
            </a:r>
            <a:endParaRPr b="0" i="0" sz="1293" u="none" cap="none" strike="noStrike">
              <a:solidFill>
                <a:srgbClr val="000000"/>
              </a:solidFill>
              <a:latin typeface="Calibri"/>
              <a:ea typeface="Calibri"/>
              <a:cs typeface="Calibri"/>
              <a:sym typeface="Calibri"/>
            </a:endParaRPr>
          </a:p>
        </p:txBody>
      </p:sp>
      <p:sp>
        <p:nvSpPr>
          <p:cNvPr id="2982" name="Google Shape;2982;p17"/>
          <p:cNvSpPr txBox="1"/>
          <p:nvPr>
            <p:ph idx="1" type="body"/>
          </p:nvPr>
        </p:nvSpPr>
        <p:spPr>
          <a:xfrm>
            <a:off x="137134" y="3592069"/>
            <a:ext cx="4968266" cy="1227524"/>
          </a:xfrm>
          <a:prstGeom prst="rect">
            <a:avLst/>
          </a:prstGeom>
          <a:noFill/>
          <a:ln>
            <a:noFill/>
          </a:ln>
        </p:spPr>
        <p:txBody>
          <a:bodyPr anchorCtr="0" anchor="t" bIns="34275" lIns="68575" spcFirstLastPara="1" rIns="68575" wrap="square" tIns="34275">
            <a:noAutofit/>
          </a:bodyPr>
          <a:lstStyle/>
          <a:p>
            <a:pPr indent="-257175" lvl="0" marL="257175" rtl="0" algn="l">
              <a:lnSpc>
                <a:spcPct val="170000"/>
              </a:lnSpc>
              <a:spcBef>
                <a:spcPts val="0"/>
              </a:spcBef>
              <a:spcAft>
                <a:spcPts val="0"/>
              </a:spcAft>
              <a:buClr>
                <a:srgbClr val="C00000"/>
              </a:buClr>
              <a:buSzPts val="1800"/>
              <a:buChar char="•"/>
            </a:pPr>
            <a:r>
              <a:rPr lang="en-US">
                <a:solidFill>
                  <a:srgbClr val="C00000"/>
                </a:solidFill>
                <a:latin typeface="Arial"/>
                <a:ea typeface="Arial"/>
                <a:cs typeface="Arial"/>
                <a:sym typeface="Arial"/>
              </a:rPr>
              <a:t>Independent Attribute : CGPA or IQ</a:t>
            </a:r>
            <a:endParaRPr>
              <a:solidFill>
                <a:srgbClr val="C00000"/>
              </a:solidFill>
              <a:latin typeface="Arial"/>
              <a:ea typeface="Arial"/>
              <a:cs typeface="Arial"/>
              <a:sym typeface="Arial"/>
            </a:endParaRPr>
          </a:p>
          <a:p>
            <a:pPr indent="-257175" lvl="0" marL="257175" rtl="0" algn="l">
              <a:lnSpc>
                <a:spcPct val="170000"/>
              </a:lnSpc>
              <a:spcBef>
                <a:spcPts val="360"/>
              </a:spcBef>
              <a:spcAft>
                <a:spcPts val="0"/>
              </a:spcAft>
              <a:buClr>
                <a:schemeClr val="dk1"/>
              </a:buClr>
              <a:buSzPts val="1800"/>
              <a:buChar char="•"/>
            </a:pPr>
            <a:r>
              <a:rPr lang="en-US">
                <a:latin typeface="Arial"/>
                <a:ea typeface="Arial"/>
                <a:cs typeface="Arial"/>
                <a:sym typeface="Arial"/>
              </a:rPr>
              <a:t>Can we solve the problem using linear regression? E.g., fit  a straight line and define a threshold at 0.5</a:t>
            </a:r>
            <a:endParaRPr/>
          </a:p>
          <a:p>
            <a:pPr indent="-257175" lvl="0" marL="257175" rtl="0" algn="l">
              <a:lnSpc>
                <a:spcPct val="170000"/>
              </a:lnSpc>
              <a:spcBef>
                <a:spcPts val="360"/>
              </a:spcBef>
              <a:spcAft>
                <a:spcPts val="0"/>
              </a:spcAft>
              <a:buClr>
                <a:schemeClr val="dk1"/>
              </a:buClr>
              <a:buSzPts val="1800"/>
              <a:buChar char="•"/>
            </a:pPr>
            <a:r>
              <a:rPr lang="en-US">
                <a:latin typeface="Arial"/>
                <a:ea typeface="Arial"/>
                <a:cs typeface="Arial"/>
                <a:sym typeface="Arial"/>
              </a:rPr>
              <a:t>Threshold classifier output h</a:t>
            </a:r>
            <a:r>
              <a:rPr baseline="-25000" lang="en-US">
                <a:latin typeface="Arial"/>
                <a:ea typeface="Arial"/>
                <a:cs typeface="Arial"/>
                <a:sym typeface="Arial"/>
              </a:rPr>
              <a:t>θ</a:t>
            </a:r>
            <a:r>
              <a:rPr lang="en-US">
                <a:latin typeface="Arial"/>
                <a:ea typeface="Arial"/>
                <a:cs typeface="Arial"/>
                <a:sym typeface="Arial"/>
              </a:rPr>
              <a:t>(x) at 0.5:</a:t>
            </a:r>
            <a:endParaRPr/>
          </a:p>
        </p:txBody>
      </p:sp>
      <p:grpSp>
        <p:nvGrpSpPr>
          <p:cNvPr id="2983" name="Google Shape;2983;p17"/>
          <p:cNvGrpSpPr/>
          <p:nvPr/>
        </p:nvGrpSpPr>
        <p:grpSpPr>
          <a:xfrm>
            <a:off x="2346032" y="1786538"/>
            <a:ext cx="4692688" cy="1400415"/>
            <a:chOff x="2076450" y="1365289"/>
            <a:chExt cx="6894195" cy="2057460"/>
          </a:xfrm>
        </p:grpSpPr>
        <p:sp>
          <p:nvSpPr>
            <p:cNvPr id="2984" name="Google Shape;2984;p17"/>
            <p:cNvSpPr/>
            <p:nvPr/>
          </p:nvSpPr>
          <p:spPr>
            <a:xfrm>
              <a:off x="2190751" y="1365289"/>
              <a:ext cx="3242945" cy="2057460"/>
            </a:xfrm>
            <a:custGeom>
              <a:rect b="b" l="l" r="r" t="t"/>
              <a:pathLst>
                <a:path extrusionOk="0" h="2057400" w="3242945">
                  <a:moveTo>
                    <a:pt x="0" y="2057196"/>
                  </a:moveTo>
                  <a:lnTo>
                    <a:pt x="3242402" y="0"/>
                  </a:lnTo>
                </a:path>
              </a:pathLst>
            </a:custGeom>
            <a:noFill/>
            <a:ln cap="flat" cmpd="sng" w="38125">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sp>
          <p:nvSpPr>
            <p:cNvPr id="2985" name="Google Shape;2985;p17"/>
            <p:cNvSpPr/>
            <p:nvPr/>
          </p:nvSpPr>
          <p:spPr>
            <a:xfrm>
              <a:off x="2076450" y="2317750"/>
              <a:ext cx="6894195" cy="13335"/>
            </a:xfrm>
            <a:custGeom>
              <a:rect b="b" l="l" r="r" t="t"/>
              <a:pathLst>
                <a:path extrusionOk="0" h="13335" w="6894195">
                  <a:moveTo>
                    <a:pt x="0" y="0"/>
                  </a:moveTo>
                  <a:lnTo>
                    <a:pt x="6893762" y="13028"/>
                  </a:lnTo>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grpSp>
      <p:sp>
        <p:nvSpPr>
          <p:cNvPr id="2986" name="Google Shape;2986;p17"/>
          <p:cNvSpPr txBox="1"/>
          <p:nvPr/>
        </p:nvSpPr>
        <p:spPr>
          <a:xfrm>
            <a:off x="195835" y="648645"/>
            <a:ext cx="7495994" cy="6375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Logistic Regression vs Least Squares Regression</a:t>
            </a:r>
            <a:endParaRPr b="1" i="0" sz="2400" u="none" cap="none" strike="noStrike">
              <a:solidFill>
                <a:srgbClr val="000000"/>
              </a:solidFill>
              <a:latin typeface="Arial"/>
              <a:ea typeface="Arial"/>
              <a:cs typeface="Arial"/>
              <a:sym typeface="Arial"/>
            </a:endParaRPr>
          </a:p>
        </p:txBody>
      </p:sp>
      <p:sp>
        <p:nvSpPr>
          <p:cNvPr id="2987" name="Google Shape;2987;p17"/>
          <p:cNvSpPr/>
          <p:nvPr/>
        </p:nvSpPr>
        <p:spPr>
          <a:xfrm>
            <a:off x="4900735" y="3521128"/>
            <a:ext cx="417745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2060"/>
                </a:solidFill>
                <a:latin typeface="Tahoma"/>
                <a:ea typeface="Tahoma"/>
                <a:cs typeface="Tahoma"/>
                <a:sym typeface="Tahoma"/>
              </a:rPr>
              <a:t>A Discriminant function f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2060"/>
                </a:solidFill>
                <a:latin typeface="Tahoma"/>
                <a:ea typeface="Tahoma"/>
                <a:cs typeface="Tahoma"/>
                <a:sym typeface="Tahoma"/>
              </a:rPr>
              <a:t>directly map input to class labels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2060"/>
                </a:solidFill>
                <a:latin typeface="Tahoma"/>
                <a:ea typeface="Tahoma"/>
                <a:cs typeface="Tahoma"/>
                <a:sym typeface="Tahoma"/>
              </a:rPr>
              <a:t>In two-class problem, f (.) is binary valued</a:t>
            </a:r>
            <a:endParaRPr b="0" i="0" sz="1400" u="none" cap="none" strike="noStrike">
              <a:solidFill>
                <a:srgbClr val="000000"/>
              </a:solidFill>
              <a:latin typeface="Arial"/>
              <a:ea typeface="Arial"/>
              <a:cs typeface="Arial"/>
              <a:sym typeface="Arial"/>
            </a:endParaRPr>
          </a:p>
        </p:txBody>
      </p:sp>
      <p:sp>
        <p:nvSpPr>
          <p:cNvPr id="2988" name="Google Shape;2988;p17"/>
          <p:cNvSpPr txBox="1"/>
          <p:nvPr/>
        </p:nvSpPr>
        <p:spPr>
          <a:xfrm>
            <a:off x="6528731" y="2984221"/>
            <a:ext cx="1288085" cy="228790"/>
          </a:xfrm>
          <a:prstGeom prst="rect">
            <a:avLst/>
          </a:prstGeom>
          <a:noFill/>
          <a:ln>
            <a:noFill/>
          </a:ln>
        </p:spPr>
        <p:txBody>
          <a:bodyPr anchorCtr="0" anchor="ctr" bIns="0" lIns="0" spcFirstLastPara="1" rIns="0" wrap="square" tIns="8625">
            <a:spAutoFit/>
          </a:bodyPr>
          <a:lstStyle/>
          <a:p>
            <a:pPr indent="0" lvl="0" marL="8645" marR="0" rtl="0" algn="l">
              <a:lnSpc>
                <a:spcPct val="100000"/>
              </a:lnSpc>
              <a:spcBef>
                <a:spcPts val="0"/>
              </a:spcBef>
              <a:spcAft>
                <a:spcPts val="0"/>
              </a:spcAft>
              <a:buClr>
                <a:srgbClr val="C00000"/>
              </a:buClr>
              <a:buSzPts val="1430"/>
              <a:buFont typeface="Cambria"/>
              <a:buNone/>
            </a:pPr>
            <a:r>
              <a:rPr b="0" i="0" lang="en-US" sz="1430" u="none" cap="none" strike="noStrike">
                <a:solidFill>
                  <a:srgbClr val="C00000"/>
                </a:solidFill>
                <a:latin typeface="Cambria"/>
                <a:ea typeface="Cambria"/>
                <a:cs typeface="Cambria"/>
                <a:sym typeface="Cambria"/>
              </a:rPr>
              <a:t>CGPA or IQ</a:t>
            </a:r>
            <a:endParaRPr b="0" i="0" sz="1430" u="none" cap="none" strike="noStrike">
              <a:solidFill>
                <a:srgbClr val="C00000"/>
              </a:solidFill>
              <a:latin typeface="Cambria"/>
              <a:ea typeface="Cambria"/>
              <a:cs typeface="Cambria"/>
              <a:sym typeface="Cambria"/>
            </a:endParaRPr>
          </a:p>
        </p:txBody>
      </p:sp>
      <p:sp>
        <p:nvSpPr>
          <p:cNvPr id="2989" name="Google Shape;2989;p17"/>
          <p:cNvSpPr txBox="1"/>
          <p:nvPr/>
        </p:nvSpPr>
        <p:spPr>
          <a:xfrm>
            <a:off x="6525987" y="1436139"/>
            <a:ext cx="211727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C00000"/>
                </a:solidFill>
                <a:latin typeface="Tahoma"/>
                <a:ea typeface="Tahoma"/>
                <a:cs typeface="Tahoma"/>
                <a:sym typeface="Tahoma"/>
              </a:rPr>
              <a:t>Figure depicts sample data points</a:t>
            </a:r>
            <a:endParaRPr b="0" i="0" sz="1600" u="none" cap="none" strike="noStrike">
              <a:solidFill>
                <a:srgbClr val="C00000"/>
              </a:solidFill>
              <a:latin typeface="Tahoma"/>
              <a:ea typeface="Tahoma"/>
              <a:cs typeface="Tahoma"/>
              <a:sym typeface="Tahoma"/>
            </a:endParaRPr>
          </a:p>
        </p:txBody>
      </p:sp>
      <p:pic>
        <p:nvPicPr>
          <p:cNvPr id="2990" name="Google Shape;2990;p17"/>
          <p:cNvPicPr preferRelativeResize="0"/>
          <p:nvPr/>
        </p:nvPicPr>
        <p:blipFill rotWithShape="1">
          <a:blip r:embed="rId6">
            <a:alphaModFix/>
          </a:blip>
          <a:srcRect b="0" l="0" r="0" t="0"/>
          <a:stretch/>
        </p:blipFill>
        <p:spPr>
          <a:xfrm>
            <a:off x="4571996" y="5392100"/>
            <a:ext cx="4330438" cy="99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4" name="Shape 2994"/>
        <p:cNvGrpSpPr/>
        <p:nvPr/>
      </p:nvGrpSpPr>
      <p:grpSpPr>
        <a:xfrm>
          <a:off x="0" y="0"/>
          <a:ext cx="0" cy="0"/>
          <a:chOff x="0" y="0"/>
          <a:chExt cx="0" cy="0"/>
        </a:xfrm>
      </p:grpSpPr>
      <p:sp>
        <p:nvSpPr>
          <p:cNvPr id="2995" name="Google Shape;2995;p1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Decision Rules</a:t>
            </a:r>
            <a:endParaRPr b="1" sz="2400">
              <a:latin typeface="Arial"/>
              <a:ea typeface="Arial"/>
              <a:cs typeface="Arial"/>
              <a:sym typeface="Arial"/>
            </a:endParaRPr>
          </a:p>
        </p:txBody>
      </p:sp>
      <p:sp>
        <p:nvSpPr>
          <p:cNvPr id="2996" name="Google Shape;2996;p18"/>
          <p:cNvSpPr txBox="1"/>
          <p:nvPr>
            <p:ph idx="1" type="body"/>
          </p:nvPr>
        </p:nvSpPr>
        <p:spPr>
          <a:xfrm>
            <a:off x="533400" y="2015230"/>
            <a:ext cx="7291052" cy="3967498"/>
          </a:xfrm>
          <a:prstGeom prst="rect">
            <a:avLst/>
          </a:prstGeom>
          <a:noFill/>
          <a:ln>
            <a:noFill/>
          </a:ln>
        </p:spPr>
        <p:txBody>
          <a:bodyPr anchorCtr="0" anchor="t" bIns="45700" lIns="91425" spcFirstLastPara="1" rIns="91425" wrap="square" tIns="45700">
            <a:noAutofit/>
          </a:bodyPr>
          <a:lstStyle/>
          <a:p>
            <a:pPr indent="-114300" lvl="0" marL="56627" rtl="0" algn="l">
              <a:lnSpc>
                <a:spcPct val="100000"/>
              </a:lnSpc>
              <a:spcBef>
                <a:spcPts val="0"/>
              </a:spcBef>
              <a:spcAft>
                <a:spcPts val="0"/>
              </a:spcAft>
              <a:buClr>
                <a:srgbClr val="002060"/>
              </a:buClr>
              <a:buSzPts val="1800"/>
              <a:buChar char="•"/>
            </a:pPr>
            <a:r>
              <a:rPr lang="en-US">
                <a:solidFill>
                  <a:srgbClr val="002060"/>
                </a:solidFill>
                <a:latin typeface="Arial"/>
                <a:ea typeface="Arial"/>
                <a:cs typeface="Arial"/>
                <a:sym typeface="Arial"/>
              </a:rPr>
              <a:t>Classifier:</a:t>
            </a:r>
            <a:endParaRPr>
              <a:solidFill>
                <a:srgbClr val="002060"/>
              </a:solidFill>
              <a:latin typeface="Arial"/>
              <a:ea typeface="Arial"/>
              <a:cs typeface="Arial"/>
              <a:sym typeface="Arial"/>
            </a:endParaRPr>
          </a:p>
          <a:p>
            <a:pPr indent="0" lvl="0" marL="0" rtl="0" algn="l">
              <a:lnSpc>
                <a:spcPct val="100000"/>
              </a:lnSpc>
              <a:spcBef>
                <a:spcPts val="892"/>
              </a:spcBef>
              <a:spcAft>
                <a:spcPts val="0"/>
              </a:spcAft>
              <a:buClr>
                <a:schemeClr val="dk1"/>
              </a:buClr>
              <a:buSzPts val="1800"/>
              <a:buNone/>
            </a:pPr>
            <a:r>
              <a:rPr i="1" lang="en-US">
                <a:latin typeface="Arial"/>
                <a:ea typeface="Arial"/>
                <a:cs typeface="Arial"/>
                <a:sym typeface="Arial"/>
              </a:rPr>
              <a:t>    f </a:t>
            </a:r>
            <a:r>
              <a:rPr lang="en-US">
                <a:latin typeface="Arial"/>
                <a:ea typeface="Arial"/>
                <a:cs typeface="Arial"/>
                <a:sym typeface="Arial"/>
              </a:rPr>
              <a:t>(</a:t>
            </a:r>
            <a:r>
              <a:rPr b="1" lang="en-US">
                <a:latin typeface="Arial"/>
                <a:ea typeface="Arial"/>
                <a:cs typeface="Arial"/>
                <a:sym typeface="Arial"/>
              </a:rPr>
              <a:t>x</a:t>
            </a:r>
            <a:r>
              <a:rPr i="1" lang="en-US">
                <a:latin typeface="Arial"/>
                <a:ea typeface="Arial"/>
                <a:cs typeface="Arial"/>
                <a:sym typeface="Arial"/>
              </a:rPr>
              <a:t>, </a:t>
            </a:r>
            <a:r>
              <a:rPr b="1" lang="en-US">
                <a:latin typeface="Arial"/>
                <a:ea typeface="Arial"/>
                <a:cs typeface="Arial"/>
                <a:sym typeface="Arial"/>
              </a:rPr>
              <a:t>w</a:t>
            </a:r>
            <a:r>
              <a:rPr lang="en-US">
                <a:latin typeface="Arial"/>
                <a:ea typeface="Arial"/>
                <a:cs typeface="Arial"/>
                <a:sym typeface="Arial"/>
              </a:rPr>
              <a:t>) = </a:t>
            </a:r>
            <a:r>
              <a:rPr i="1" lang="en-US">
                <a:latin typeface="Arial"/>
                <a:ea typeface="Arial"/>
                <a:cs typeface="Arial"/>
                <a:sym typeface="Arial"/>
              </a:rPr>
              <a:t>w</a:t>
            </a:r>
            <a:r>
              <a:rPr baseline="-25000" i="1" lang="en-US">
                <a:latin typeface="Arial"/>
                <a:ea typeface="Arial"/>
                <a:cs typeface="Arial"/>
                <a:sym typeface="Arial"/>
              </a:rPr>
              <a:t>o  </a:t>
            </a:r>
            <a:r>
              <a:rPr lang="en-US">
                <a:latin typeface="Arial"/>
                <a:ea typeface="Arial"/>
                <a:cs typeface="Arial"/>
                <a:sym typeface="Arial"/>
              </a:rPr>
              <a:t>+ </a:t>
            </a:r>
            <a:r>
              <a:rPr b="1" lang="en-US">
                <a:latin typeface="Arial"/>
                <a:ea typeface="Arial"/>
                <a:cs typeface="Arial"/>
                <a:sym typeface="Arial"/>
              </a:rPr>
              <a:t>w</a:t>
            </a:r>
            <a:r>
              <a:rPr baseline="30000" i="1" lang="en-US">
                <a:latin typeface="Arial"/>
                <a:ea typeface="Arial"/>
                <a:cs typeface="Arial"/>
                <a:sym typeface="Arial"/>
              </a:rPr>
              <a:t>T </a:t>
            </a:r>
            <a:r>
              <a:rPr b="1" lang="en-US">
                <a:latin typeface="Arial"/>
                <a:ea typeface="Arial"/>
                <a:cs typeface="Arial"/>
                <a:sym typeface="Arial"/>
              </a:rPr>
              <a:t>x   (</a:t>
            </a:r>
            <a:r>
              <a:rPr lang="en-US">
                <a:latin typeface="Arial"/>
                <a:ea typeface="Arial"/>
                <a:cs typeface="Arial"/>
                <a:sym typeface="Arial"/>
              </a:rPr>
              <a:t>linear discriminant function)</a:t>
            </a:r>
            <a:endParaRPr>
              <a:latin typeface="Arial"/>
              <a:ea typeface="Arial"/>
              <a:cs typeface="Arial"/>
              <a:sym typeface="Arial"/>
            </a:endParaRPr>
          </a:p>
          <a:p>
            <a:pPr indent="-114300" lvl="0" marL="56627" rtl="0" algn="l">
              <a:lnSpc>
                <a:spcPct val="100000"/>
              </a:lnSpc>
              <a:spcBef>
                <a:spcPts val="1442"/>
              </a:spcBef>
              <a:spcAft>
                <a:spcPts val="0"/>
              </a:spcAft>
              <a:buClr>
                <a:srgbClr val="002060"/>
              </a:buClr>
              <a:buSzPts val="1800"/>
              <a:buChar char="•"/>
            </a:pPr>
            <a:r>
              <a:rPr lang="en-US">
                <a:solidFill>
                  <a:srgbClr val="002060"/>
                </a:solidFill>
                <a:latin typeface="Arial"/>
                <a:ea typeface="Arial"/>
                <a:cs typeface="Arial"/>
                <a:sym typeface="Arial"/>
              </a:rPr>
              <a:t>Decision rule </a:t>
            </a:r>
            <a:r>
              <a:rPr lang="en-US">
                <a:latin typeface="Arial"/>
                <a:ea typeface="Arial"/>
                <a:cs typeface="Arial"/>
                <a:sym typeface="Arial"/>
              </a:rPr>
              <a:t>is</a:t>
            </a:r>
            <a:endParaRPr/>
          </a:p>
          <a:p>
            <a:pPr indent="57673" lvl="0" marL="56627" rtl="0" algn="l">
              <a:lnSpc>
                <a:spcPct val="100000"/>
              </a:lnSpc>
              <a:spcBef>
                <a:spcPts val="1442"/>
              </a:spcBef>
              <a:spcAft>
                <a:spcPts val="0"/>
              </a:spcAft>
              <a:buClr>
                <a:schemeClr val="dk1"/>
              </a:buClr>
              <a:buSzPts val="1800"/>
              <a:buNone/>
            </a:pPr>
            <a:r>
              <a:t/>
            </a:r>
            <a:endParaRPr>
              <a:latin typeface="Arial"/>
              <a:ea typeface="Arial"/>
              <a:cs typeface="Arial"/>
              <a:sym typeface="Arial"/>
            </a:endParaRPr>
          </a:p>
          <a:p>
            <a:pPr indent="-114300" lvl="0" marL="75503" rtl="0" algn="l">
              <a:lnSpc>
                <a:spcPct val="100000"/>
              </a:lnSpc>
              <a:spcBef>
                <a:spcPts val="892"/>
              </a:spcBef>
              <a:spcAft>
                <a:spcPts val="0"/>
              </a:spcAft>
              <a:buClr>
                <a:srgbClr val="002060"/>
              </a:buClr>
              <a:buSzPts val="1800"/>
              <a:buChar char="•"/>
            </a:pPr>
            <a:r>
              <a:rPr lang="en-US">
                <a:solidFill>
                  <a:srgbClr val="002060"/>
                </a:solidFill>
                <a:latin typeface="Arial"/>
                <a:ea typeface="Arial"/>
                <a:cs typeface="Arial"/>
                <a:sym typeface="Arial"/>
              </a:rPr>
              <a:t>Mathematically</a:t>
            </a:r>
            <a:r>
              <a:rPr lang="en-US">
                <a:latin typeface="Arial"/>
                <a:ea typeface="Arial"/>
                <a:cs typeface="Arial"/>
                <a:sym typeface="Arial"/>
              </a:rPr>
              <a:t> </a:t>
            </a:r>
            <a:endParaRPr>
              <a:latin typeface="Arial"/>
              <a:ea typeface="Arial"/>
              <a:cs typeface="Arial"/>
              <a:sym typeface="Arial"/>
            </a:endParaRPr>
          </a:p>
          <a:p>
            <a:pPr indent="0" lvl="0" marL="0" rtl="0" algn="l">
              <a:lnSpc>
                <a:spcPct val="100000"/>
              </a:lnSpc>
              <a:spcBef>
                <a:spcPts val="892"/>
              </a:spcBef>
              <a:spcAft>
                <a:spcPts val="0"/>
              </a:spcAft>
              <a:buClr>
                <a:schemeClr val="dk1"/>
              </a:buClr>
              <a:buSzPts val="1800"/>
              <a:buNone/>
            </a:pPr>
            <a:r>
              <a:rPr i="1" lang="en-US">
                <a:latin typeface="Arial"/>
                <a:ea typeface="Arial"/>
                <a:cs typeface="Arial"/>
                <a:sym typeface="Arial"/>
              </a:rPr>
              <a:t>       y </a:t>
            </a:r>
            <a:r>
              <a:rPr lang="en-US">
                <a:latin typeface="Arial"/>
                <a:ea typeface="Arial"/>
                <a:cs typeface="Arial"/>
                <a:sym typeface="Arial"/>
              </a:rPr>
              <a:t>= sign(</a:t>
            </a:r>
            <a:r>
              <a:rPr i="1" lang="en-US">
                <a:latin typeface="Arial"/>
                <a:ea typeface="Arial"/>
                <a:cs typeface="Arial"/>
                <a:sym typeface="Arial"/>
              </a:rPr>
              <a:t>w</a:t>
            </a:r>
            <a:r>
              <a:rPr baseline="-25000" lang="en-US">
                <a:latin typeface="Arial"/>
                <a:ea typeface="Arial"/>
                <a:cs typeface="Arial"/>
                <a:sym typeface="Arial"/>
              </a:rPr>
              <a:t>0 </a:t>
            </a:r>
            <a:r>
              <a:rPr lang="en-US">
                <a:latin typeface="Arial"/>
                <a:ea typeface="Arial"/>
                <a:cs typeface="Arial"/>
                <a:sym typeface="Arial"/>
              </a:rPr>
              <a:t>+ </a:t>
            </a:r>
            <a:r>
              <a:rPr b="1" lang="en-US">
                <a:latin typeface="Arial"/>
                <a:ea typeface="Arial"/>
                <a:cs typeface="Arial"/>
                <a:sym typeface="Arial"/>
              </a:rPr>
              <a:t>w</a:t>
            </a:r>
            <a:r>
              <a:rPr baseline="30000" i="1" lang="en-US">
                <a:latin typeface="Arial"/>
                <a:ea typeface="Arial"/>
                <a:cs typeface="Arial"/>
                <a:sym typeface="Arial"/>
              </a:rPr>
              <a:t>T </a:t>
            </a:r>
            <a:r>
              <a:rPr b="1" lang="en-US">
                <a:latin typeface="Arial"/>
                <a:ea typeface="Arial"/>
                <a:cs typeface="Arial"/>
                <a:sym typeface="Arial"/>
              </a:rPr>
              <a:t>x</a:t>
            </a:r>
            <a:r>
              <a:rPr lang="en-US">
                <a:latin typeface="Arial"/>
                <a:ea typeface="Arial"/>
                <a:cs typeface="Arial"/>
                <a:sym typeface="Arial"/>
              </a:rPr>
              <a:t>)</a:t>
            </a:r>
            <a:endParaRPr/>
          </a:p>
          <a:p>
            <a:pPr indent="0" lvl="0" marL="0" rtl="0" algn="l">
              <a:lnSpc>
                <a:spcPct val="100000"/>
              </a:lnSpc>
              <a:spcBef>
                <a:spcPts val="892"/>
              </a:spcBef>
              <a:spcAft>
                <a:spcPts val="0"/>
              </a:spcAft>
              <a:buClr>
                <a:schemeClr val="dk1"/>
              </a:buClr>
              <a:buSzPts val="1800"/>
              <a:buNone/>
            </a:pPr>
            <a:r>
              <a:t/>
            </a:r>
            <a:endParaRPr>
              <a:latin typeface="Arial"/>
              <a:ea typeface="Arial"/>
              <a:cs typeface="Arial"/>
              <a:sym typeface="Arial"/>
            </a:endParaRPr>
          </a:p>
          <a:p>
            <a:pPr indent="-114300" lvl="0" marL="38100" rtl="0" algn="l">
              <a:lnSpc>
                <a:spcPct val="100000"/>
              </a:lnSpc>
              <a:spcBef>
                <a:spcPts val="4"/>
              </a:spcBef>
              <a:spcAft>
                <a:spcPts val="0"/>
              </a:spcAft>
              <a:buClr>
                <a:schemeClr val="dk1"/>
              </a:buClr>
              <a:buSzPts val="1800"/>
              <a:buChar char="•"/>
            </a:pPr>
            <a:r>
              <a:rPr lang="en-US">
                <a:latin typeface="Arial"/>
                <a:ea typeface="Arial"/>
                <a:cs typeface="Arial"/>
                <a:sym typeface="Arial"/>
              </a:rPr>
              <a:t>This specifies a </a:t>
            </a:r>
            <a:r>
              <a:rPr lang="en-US">
                <a:solidFill>
                  <a:srgbClr val="0000FF"/>
                </a:solidFill>
                <a:latin typeface="Arial"/>
                <a:ea typeface="Arial"/>
                <a:cs typeface="Arial"/>
                <a:sym typeface="Arial"/>
              </a:rPr>
              <a:t>linear classifier</a:t>
            </a:r>
            <a:r>
              <a:rPr lang="en-US">
                <a:latin typeface="Arial"/>
                <a:ea typeface="Arial"/>
                <a:cs typeface="Arial"/>
                <a:sym typeface="Arial"/>
              </a:rPr>
              <a:t>: it has a </a:t>
            </a:r>
            <a:r>
              <a:rPr lang="en-US">
                <a:solidFill>
                  <a:srgbClr val="0000FF"/>
                </a:solidFill>
                <a:latin typeface="Arial"/>
                <a:ea typeface="Arial"/>
                <a:cs typeface="Arial"/>
                <a:sym typeface="Arial"/>
              </a:rPr>
              <a:t>linear boundary (hyperplane)</a:t>
            </a:r>
            <a:endParaRPr>
              <a:latin typeface="Arial"/>
              <a:ea typeface="Arial"/>
              <a:cs typeface="Arial"/>
              <a:sym typeface="Arial"/>
            </a:endParaRPr>
          </a:p>
          <a:p>
            <a:pPr indent="0" lvl="0" marL="38100" marR="835343" rtl="0" algn="l">
              <a:lnSpc>
                <a:spcPct val="182600"/>
              </a:lnSpc>
              <a:spcBef>
                <a:spcPts val="360"/>
              </a:spcBef>
              <a:spcAft>
                <a:spcPts val="0"/>
              </a:spcAft>
              <a:buClr>
                <a:schemeClr val="dk1"/>
              </a:buClr>
              <a:buSzPts val="1800"/>
              <a:buNone/>
            </a:pPr>
            <a:r>
              <a:rPr i="1" lang="en-US">
                <a:latin typeface="Arial"/>
                <a:ea typeface="Arial"/>
                <a:cs typeface="Arial"/>
                <a:sym typeface="Arial"/>
              </a:rPr>
              <a:t>         w</a:t>
            </a:r>
            <a:r>
              <a:rPr baseline="-25000" lang="en-US">
                <a:latin typeface="Arial"/>
                <a:ea typeface="Arial"/>
                <a:cs typeface="Arial"/>
                <a:sym typeface="Arial"/>
              </a:rPr>
              <a:t>0 </a:t>
            </a:r>
            <a:r>
              <a:rPr lang="en-US">
                <a:latin typeface="Arial"/>
                <a:ea typeface="Arial"/>
                <a:cs typeface="Arial"/>
                <a:sym typeface="Arial"/>
              </a:rPr>
              <a:t>+ </a:t>
            </a:r>
            <a:r>
              <a:rPr b="1" lang="en-US">
                <a:latin typeface="Arial"/>
                <a:ea typeface="Arial"/>
                <a:cs typeface="Arial"/>
                <a:sym typeface="Arial"/>
              </a:rPr>
              <a:t>w</a:t>
            </a:r>
            <a:r>
              <a:rPr baseline="30000" i="1" lang="en-US">
                <a:latin typeface="Arial"/>
                <a:ea typeface="Arial"/>
                <a:cs typeface="Arial"/>
                <a:sym typeface="Arial"/>
              </a:rPr>
              <a:t>T </a:t>
            </a:r>
            <a:r>
              <a:rPr b="1" lang="en-US">
                <a:latin typeface="Arial"/>
                <a:ea typeface="Arial"/>
                <a:cs typeface="Arial"/>
                <a:sym typeface="Arial"/>
              </a:rPr>
              <a:t>x </a:t>
            </a:r>
            <a:r>
              <a:rPr lang="en-US">
                <a:latin typeface="Arial"/>
                <a:ea typeface="Arial"/>
                <a:cs typeface="Arial"/>
                <a:sym typeface="Arial"/>
              </a:rPr>
              <a:t>= 0</a:t>
            </a:r>
            <a:endParaRPr>
              <a:latin typeface="Arial"/>
              <a:ea typeface="Arial"/>
              <a:cs typeface="Arial"/>
              <a:sym typeface="Arial"/>
            </a:endParaRPr>
          </a:p>
          <a:p>
            <a:pPr indent="0" lvl="0" marL="0" rtl="0" algn="l">
              <a:lnSpc>
                <a:spcPct val="100000"/>
              </a:lnSpc>
              <a:spcBef>
                <a:spcPts val="360"/>
              </a:spcBef>
              <a:spcAft>
                <a:spcPts val="0"/>
              </a:spcAft>
              <a:buClr>
                <a:srgbClr val="002060"/>
              </a:buClr>
              <a:buSzPts val="1800"/>
              <a:buNone/>
            </a:pPr>
            <a:r>
              <a:rPr lang="en-US">
                <a:solidFill>
                  <a:srgbClr val="002060"/>
                </a:solidFill>
                <a:latin typeface="Arial"/>
                <a:ea typeface="Arial"/>
                <a:cs typeface="Arial"/>
                <a:sym typeface="Arial"/>
              </a:rPr>
              <a:t>A discriminant is a function that takes an input vector x and assigns it to one of </a:t>
            </a:r>
            <a:r>
              <a:rPr i="1" lang="en-US">
                <a:solidFill>
                  <a:srgbClr val="002060"/>
                </a:solidFill>
                <a:latin typeface="Arial"/>
                <a:ea typeface="Arial"/>
                <a:cs typeface="Arial"/>
                <a:sym typeface="Arial"/>
              </a:rPr>
              <a:t>K </a:t>
            </a:r>
            <a:r>
              <a:rPr lang="en-US">
                <a:solidFill>
                  <a:srgbClr val="002060"/>
                </a:solidFill>
                <a:latin typeface="Arial"/>
                <a:ea typeface="Arial"/>
                <a:cs typeface="Arial"/>
                <a:sym typeface="Arial"/>
              </a:rPr>
              <a:t>classes, denoted </a:t>
            </a:r>
            <a:r>
              <a:rPr i="1" lang="en-US">
                <a:solidFill>
                  <a:srgbClr val="002060"/>
                </a:solidFill>
                <a:latin typeface="Arial"/>
                <a:ea typeface="Arial"/>
                <a:cs typeface="Arial"/>
                <a:sym typeface="Arial"/>
              </a:rPr>
              <a:t>C</a:t>
            </a:r>
            <a:r>
              <a:rPr baseline="-25000" i="1" lang="en-US">
                <a:solidFill>
                  <a:srgbClr val="002060"/>
                </a:solidFill>
                <a:latin typeface="Arial"/>
                <a:ea typeface="Arial"/>
                <a:cs typeface="Arial"/>
                <a:sym typeface="Arial"/>
              </a:rPr>
              <a:t>k</a:t>
            </a:r>
            <a:r>
              <a:rPr lang="en-US">
                <a:solidFill>
                  <a:srgbClr val="002060"/>
                </a:solidFill>
                <a:latin typeface="Arial"/>
                <a:ea typeface="Arial"/>
                <a:cs typeface="Arial"/>
                <a:sym typeface="Arial"/>
              </a:rPr>
              <a:t>.</a:t>
            </a:r>
            <a:endParaRPr>
              <a:solidFill>
                <a:srgbClr val="00206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latin typeface="Arial"/>
              <a:ea typeface="Arial"/>
              <a:cs typeface="Arial"/>
              <a:sym typeface="Arial"/>
            </a:endParaRPr>
          </a:p>
        </p:txBody>
      </p:sp>
      <p:pic>
        <p:nvPicPr>
          <p:cNvPr id="2997" name="Google Shape;2997;p18"/>
          <p:cNvPicPr preferRelativeResize="0"/>
          <p:nvPr/>
        </p:nvPicPr>
        <p:blipFill rotWithShape="1">
          <a:blip r:embed="rId3">
            <a:alphaModFix/>
          </a:blip>
          <a:srcRect b="0" l="0" r="0" t="0"/>
          <a:stretch/>
        </p:blipFill>
        <p:spPr>
          <a:xfrm>
            <a:off x="2805720" y="3019571"/>
            <a:ext cx="2746411" cy="797485"/>
          </a:xfrm>
          <a:prstGeom prst="rect">
            <a:avLst/>
          </a:prstGeom>
          <a:noFill/>
          <a:ln>
            <a:noFill/>
          </a:ln>
        </p:spPr>
      </p:pic>
      <p:pic>
        <p:nvPicPr>
          <p:cNvPr id="2998" name="Google Shape;2998;p18"/>
          <p:cNvPicPr preferRelativeResize="0"/>
          <p:nvPr/>
        </p:nvPicPr>
        <p:blipFill rotWithShape="1">
          <a:blip r:embed="rId4">
            <a:alphaModFix/>
          </a:blip>
          <a:srcRect b="0" l="0" r="0" t="0"/>
          <a:stretch/>
        </p:blipFill>
        <p:spPr>
          <a:xfrm>
            <a:off x="3200400" y="-1"/>
            <a:ext cx="5715000" cy="252782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2" name="Shape 3002"/>
        <p:cNvGrpSpPr/>
        <p:nvPr/>
      </p:nvGrpSpPr>
      <p:grpSpPr>
        <a:xfrm>
          <a:off x="0" y="0"/>
          <a:ext cx="0" cy="0"/>
          <a:chOff x="0" y="0"/>
          <a:chExt cx="0" cy="0"/>
        </a:xfrm>
      </p:grpSpPr>
      <p:sp>
        <p:nvSpPr>
          <p:cNvPr id="3003" name="Google Shape;3003;p19"/>
          <p:cNvSpPr/>
          <p:nvPr/>
        </p:nvSpPr>
        <p:spPr>
          <a:xfrm>
            <a:off x="7312320" y="5127652"/>
            <a:ext cx="544606" cy="146957"/>
          </a:xfrm>
          <a:custGeom>
            <a:rect b="b" l="l" r="r" t="t"/>
            <a:pathLst>
              <a:path extrusionOk="0" h="215900" w="800100">
                <a:moveTo>
                  <a:pt x="800099" y="0"/>
                </a:moveTo>
                <a:lnTo>
                  <a:pt x="0" y="0"/>
                </a:lnTo>
                <a:lnTo>
                  <a:pt x="0" y="215900"/>
                </a:lnTo>
                <a:lnTo>
                  <a:pt x="800099" y="215900"/>
                </a:lnTo>
                <a:lnTo>
                  <a:pt x="8000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grpSp>
        <p:nvGrpSpPr>
          <p:cNvPr id="3004" name="Google Shape;3004;p19"/>
          <p:cNvGrpSpPr/>
          <p:nvPr/>
        </p:nvGrpSpPr>
        <p:grpSpPr>
          <a:xfrm>
            <a:off x="2259570" y="1786511"/>
            <a:ext cx="4853476" cy="1400415"/>
            <a:chOff x="1949423" y="1365205"/>
            <a:chExt cx="7130413" cy="2057390"/>
          </a:xfrm>
        </p:grpSpPr>
        <p:sp>
          <p:nvSpPr>
            <p:cNvPr id="3005" name="Google Shape;3005;p19"/>
            <p:cNvSpPr/>
            <p:nvPr/>
          </p:nvSpPr>
          <p:spPr>
            <a:xfrm>
              <a:off x="1949423" y="1365205"/>
              <a:ext cx="7130413" cy="2057390"/>
            </a:xfrm>
            <a:custGeom>
              <a:rect b="b" l="l" r="r" t="t"/>
              <a:pathLst>
                <a:path extrusionOk="0" h="2057400" w="7130415">
                  <a:moveTo>
                    <a:pt x="7129983" y="1682737"/>
                  </a:moveTo>
                  <a:lnTo>
                    <a:pt x="6994182" y="1569237"/>
                  </a:lnTo>
                  <a:lnTo>
                    <a:pt x="6989165" y="1567815"/>
                  </a:lnTo>
                  <a:lnTo>
                    <a:pt x="6984301" y="1568259"/>
                  </a:lnTo>
                  <a:lnTo>
                    <a:pt x="6979450" y="1568691"/>
                  </a:lnTo>
                  <a:lnTo>
                    <a:pt x="6974764" y="1570977"/>
                  </a:lnTo>
                  <a:lnTo>
                    <a:pt x="6971385" y="1575028"/>
                  </a:lnTo>
                  <a:lnTo>
                    <a:pt x="6967779" y="1581683"/>
                  </a:lnTo>
                  <a:lnTo>
                    <a:pt x="6967042" y="1588960"/>
                  </a:lnTo>
                  <a:lnTo>
                    <a:pt x="6969074" y="1595983"/>
                  </a:lnTo>
                  <a:lnTo>
                    <a:pt x="6973798" y="1601889"/>
                  </a:lnTo>
                  <a:lnTo>
                    <a:pt x="7047624" y="1663598"/>
                  </a:lnTo>
                  <a:lnTo>
                    <a:pt x="3813391" y="1660753"/>
                  </a:lnTo>
                  <a:lnTo>
                    <a:pt x="3696309" y="1563065"/>
                  </a:lnTo>
                  <a:lnTo>
                    <a:pt x="3691293" y="1561642"/>
                  </a:lnTo>
                  <a:lnTo>
                    <a:pt x="3686441" y="1562087"/>
                  </a:lnTo>
                  <a:lnTo>
                    <a:pt x="3681577" y="1562531"/>
                  </a:lnTo>
                  <a:lnTo>
                    <a:pt x="3676891" y="1564830"/>
                  </a:lnTo>
                  <a:lnTo>
                    <a:pt x="3673525" y="1568869"/>
                  </a:lnTo>
                  <a:lnTo>
                    <a:pt x="3669931" y="1575536"/>
                  </a:lnTo>
                  <a:lnTo>
                    <a:pt x="3669195" y="1582813"/>
                  </a:lnTo>
                  <a:lnTo>
                    <a:pt x="3671227" y="1589836"/>
                  </a:lnTo>
                  <a:lnTo>
                    <a:pt x="3675964" y="1595729"/>
                  </a:lnTo>
                  <a:lnTo>
                    <a:pt x="3749840" y="1657375"/>
                  </a:lnTo>
                  <a:lnTo>
                    <a:pt x="133375" y="1657375"/>
                  </a:lnTo>
                  <a:lnTo>
                    <a:pt x="133375" y="82473"/>
                  </a:lnTo>
                  <a:lnTo>
                    <a:pt x="194932" y="156438"/>
                  </a:lnTo>
                  <a:lnTo>
                    <a:pt x="200837" y="161188"/>
                  </a:lnTo>
                  <a:lnTo>
                    <a:pt x="207848" y="163220"/>
                  </a:lnTo>
                  <a:lnTo>
                    <a:pt x="215112" y="162483"/>
                  </a:lnTo>
                  <a:lnTo>
                    <a:pt x="221767" y="158877"/>
                  </a:lnTo>
                  <a:lnTo>
                    <a:pt x="226504" y="152984"/>
                  </a:lnTo>
                  <a:lnTo>
                    <a:pt x="228536" y="145961"/>
                  </a:lnTo>
                  <a:lnTo>
                    <a:pt x="227799" y="138684"/>
                  </a:lnTo>
                  <a:lnTo>
                    <a:pt x="224205" y="132016"/>
                  </a:lnTo>
                  <a:lnTo>
                    <a:pt x="114325" y="0"/>
                  </a:lnTo>
                  <a:lnTo>
                    <a:pt x="4432" y="132016"/>
                  </a:lnTo>
                  <a:lnTo>
                    <a:pt x="838" y="138684"/>
                  </a:lnTo>
                  <a:lnTo>
                    <a:pt x="101" y="145961"/>
                  </a:lnTo>
                  <a:lnTo>
                    <a:pt x="2133" y="152984"/>
                  </a:lnTo>
                  <a:lnTo>
                    <a:pt x="6870" y="158877"/>
                  </a:lnTo>
                  <a:lnTo>
                    <a:pt x="13525" y="162483"/>
                  </a:lnTo>
                  <a:lnTo>
                    <a:pt x="20789" y="163220"/>
                  </a:lnTo>
                  <a:lnTo>
                    <a:pt x="27813" y="161188"/>
                  </a:lnTo>
                  <a:lnTo>
                    <a:pt x="33705" y="156438"/>
                  </a:lnTo>
                  <a:lnTo>
                    <a:pt x="95275" y="82473"/>
                  </a:lnTo>
                  <a:lnTo>
                    <a:pt x="95275" y="1657375"/>
                  </a:lnTo>
                  <a:lnTo>
                    <a:pt x="38" y="1657375"/>
                  </a:lnTo>
                  <a:lnTo>
                    <a:pt x="25" y="1670088"/>
                  </a:lnTo>
                  <a:lnTo>
                    <a:pt x="0" y="1695513"/>
                  </a:lnTo>
                  <a:lnTo>
                    <a:pt x="95275" y="1695602"/>
                  </a:lnTo>
                  <a:lnTo>
                    <a:pt x="95275" y="2057234"/>
                  </a:lnTo>
                  <a:lnTo>
                    <a:pt x="133375" y="2057234"/>
                  </a:lnTo>
                  <a:lnTo>
                    <a:pt x="133375" y="1695640"/>
                  </a:lnTo>
                  <a:lnTo>
                    <a:pt x="3745865" y="1698828"/>
                  </a:lnTo>
                  <a:lnTo>
                    <a:pt x="3675964" y="1757159"/>
                  </a:lnTo>
                  <a:lnTo>
                    <a:pt x="3671227" y="1763064"/>
                  </a:lnTo>
                  <a:lnTo>
                    <a:pt x="3669195" y="1770075"/>
                  </a:lnTo>
                  <a:lnTo>
                    <a:pt x="3669931" y="1777352"/>
                  </a:lnTo>
                  <a:lnTo>
                    <a:pt x="3673525" y="1784019"/>
                  </a:lnTo>
                  <a:lnTo>
                    <a:pt x="3679418" y="1788756"/>
                  </a:lnTo>
                  <a:lnTo>
                    <a:pt x="3686441" y="1790801"/>
                  </a:lnTo>
                  <a:lnTo>
                    <a:pt x="3693706" y="1790065"/>
                  </a:lnTo>
                  <a:lnTo>
                    <a:pt x="3700361" y="1786458"/>
                  </a:lnTo>
                  <a:lnTo>
                    <a:pt x="3805339" y="1698879"/>
                  </a:lnTo>
                  <a:lnTo>
                    <a:pt x="7047598" y="1701736"/>
                  </a:lnTo>
                  <a:lnTo>
                    <a:pt x="6973659" y="1763306"/>
                  </a:lnTo>
                  <a:lnTo>
                    <a:pt x="6968922" y="1769211"/>
                  </a:lnTo>
                  <a:lnTo>
                    <a:pt x="6966877" y="1776234"/>
                  </a:lnTo>
                  <a:lnTo>
                    <a:pt x="6967601" y="1783511"/>
                  </a:lnTo>
                  <a:lnTo>
                    <a:pt x="6971195" y="1790166"/>
                  </a:lnTo>
                  <a:lnTo>
                    <a:pt x="6977088" y="1794916"/>
                  </a:lnTo>
                  <a:lnTo>
                    <a:pt x="6984098" y="1796961"/>
                  </a:lnTo>
                  <a:lnTo>
                    <a:pt x="6991363" y="1796237"/>
                  </a:lnTo>
                  <a:lnTo>
                    <a:pt x="6998030" y="1792630"/>
                  </a:lnTo>
                  <a:lnTo>
                    <a:pt x="7129983" y="168273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pic>
          <p:nvPicPr>
            <p:cNvPr id="3006" name="Google Shape;3006;p19"/>
            <p:cNvPicPr preferRelativeResize="0"/>
            <p:nvPr/>
          </p:nvPicPr>
          <p:blipFill rotWithShape="1">
            <a:blip r:embed="rId3">
              <a:alphaModFix/>
            </a:blip>
            <a:srcRect b="0" l="0" r="0" t="0"/>
            <a:stretch/>
          </p:blipFill>
          <p:spPr>
            <a:xfrm>
              <a:off x="2231317" y="2930026"/>
              <a:ext cx="233987" cy="234228"/>
            </a:xfrm>
            <a:prstGeom prst="rect">
              <a:avLst/>
            </a:prstGeom>
            <a:noFill/>
            <a:ln>
              <a:noFill/>
            </a:ln>
          </p:spPr>
        </p:pic>
        <p:pic>
          <p:nvPicPr>
            <p:cNvPr id="3007" name="Google Shape;3007;p19"/>
            <p:cNvPicPr preferRelativeResize="0"/>
            <p:nvPr/>
          </p:nvPicPr>
          <p:blipFill rotWithShape="1">
            <a:blip r:embed="rId3">
              <a:alphaModFix/>
            </a:blip>
            <a:srcRect b="0" l="0" r="0" t="0"/>
            <a:stretch/>
          </p:blipFill>
          <p:spPr>
            <a:xfrm>
              <a:off x="2553052" y="2930026"/>
              <a:ext cx="233987" cy="234228"/>
            </a:xfrm>
            <a:prstGeom prst="rect">
              <a:avLst/>
            </a:prstGeom>
            <a:noFill/>
            <a:ln>
              <a:noFill/>
            </a:ln>
          </p:spPr>
        </p:pic>
        <p:pic>
          <p:nvPicPr>
            <p:cNvPr id="3008" name="Google Shape;3008;p19"/>
            <p:cNvPicPr preferRelativeResize="0"/>
            <p:nvPr/>
          </p:nvPicPr>
          <p:blipFill rotWithShape="1">
            <a:blip r:embed="rId3">
              <a:alphaModFix/>
            </a:blip>
            <a:srcRect b="0" l="0" r="0" t="0"/>
            <a:stretch/>
          </p:blipFill>
          <p:spPr>
            <a:xfrm>
              <a:off x="2892505" y="2930026"/>
              <a:ext cx="233987" cy="234228"/>
            </a:xfrm>
            <a:prstGeom prst="rect">
              <a:avLst/>
            </a:prstGeom>
            <a:noFill/>
            <a:ln>
              <a:noFill/>
            </a:ln>
          </p:spPr>
        </p:pic>
        <p:pic>
          <p:nvPicPr>
            <p:cNvPr id="3009" name="Google Shape;3009;p19"/>
            <p:cNvPicPr preferRelativeResize="0"/>
            <p:nvPr/>
          </p:nvPicPr>
          <p:blipFill rotWithShape="1">
            <a:blip r:embed="rId3">
              <a:alphaModFix/>
            </a:blip>
            <a:srcRect b="0" l="0" r="0" t="0"/>
            <a:stretch/>
          </p:blipFill>
          <p:spPr>
            <a:xfrm>
              <a:off x="3294670" y="2930026"/>
              <a:ext cx="233987" cy="234228"/>
            </a:xfrm>
            <a:prstGeom prst="rect">
              <a:avLst/>
            </a:prstGeom>
            <a:noFill/>
            <a:ln>
              <a:noFill/>
            </a:ln>
          </p:spPr>
        </p:pic>
        <p:pic>
          <p:nvPicPr>
            <p:cNvPr id="3010" name="Google Shape;3010;p19"/>
            <p:cNvPicPr preferRelativeResize="0"/>
            <p:nvPr/>
          </p:nvPicPr>
          <p:blipFill rotWithShape="1">
            <a:blip r:embed="rId3">
              <a:alphaModFix/>
            </a:blip>
            <a:srcRect b="0" l="0" r="0" t="0"/>
            <a:stretch/>
          </p:blipFill>
          <p:spPr>
            <a:xfrm>
              <a:off x="4081284" y="1592460"/>
              <a:ext cx="233987" cy="234228"/>
            </a:xfrm>
            <a:prstGeom prst="rect">
              <a:avLst/>
            </a:prstGeom>
            <a:noFill/>
            <a:ln>
              <a:noFill/>
            </a:ln>
          </p:spPr>
        </p:pic>
        <p:pic>
          <p:nvPicPr>
            <p:cNvPr id="3011" name="Google Shape;3011;p19"/>
            <p:cNvPicPr preferRelativeResize="0"/>
            <p:nvPr/>
          </p:nvPicPr>
          <p:blipFill rotWithShape="1">
            <a:blip r:embed="rId3">
              <a:alphaModFix/>
            </a:blip>
            <a:srcRect b="0" l="0" r="0" t="0"/>
            <a:stretch/>
          </p:blipFill>
          <p:spPr>
            <a:xfrm>
              <a:off x="4501172" y="1592461"/>
              <a:ext cx="233987" cy="234229"/>
            </a:xfrm>
            <a:prstGeom prst="rect">
              <a:avLst/>
            </a:prstGeom>
            <a:noFill/>
            <a:ln>
              <a:noFill/>
            </a:ln>
          </p:spPr>
        </p:pic>
        <p:pic>
          <p:nvPicPr>
            <p:cNvPr id="3012" name="Google Shape;3012;p19"/>
            <p:cNvPicPr preferRelativeResize="0"/>
            <p:nvPr/>
          </p:nvPicPr>
          <p:blipFill rotWithShape="1">
            <a:blip r:embed="rId3">
              <a:alphaModFix/>
            </a:blip>
            <a:srcRect b="0" l="0" r="0" t="0"/>
            <a:stretch/>
          </p:blipFill>
          <p:spPr>
            <a:xfrm>
              <a:off x="4903339" y="1592463"/>
              <a:ext cx="233987" cy="234229"/>
            </a:xfrm>
            <a:prstGeom prst="rect">
              <a:avLst/>
            </a:prstGeom>
            <a:noFill/>
            <a:ln>
              <a:noFill/>
            </a:ln>
          </p:spPr>
        </p:pic>
        <p:pic>
          <p:nvPicPr>
            <p:cNvPr id="3013" name="Google Shape;3013;p19"/>
            <p:cNvPicPr preferRelativeResize="0"/>
            <p:nvPr/>
          </p:nvPicPr>
          <p:blipFill rotWithShape="1">
            <a:blip r:embed="rId3">
              <a:alphaModFix/>
            </a:blip>
            <a:srcRect b="0" l="0" r="0" t="0"/>
            <a:stretch/>
          </p:blipFill>
          <p:spPr>
            <a:xfrm>
              <a:off x="5368221" y="1592466"/>
              <a:ext cx="233987" cy="234229"/>
            </a:xfrm>
            <a:prstGeom prst="rect">
              <a:avLst/>
            </a:prstGeom>
            <a:noFill/>
            <a:ln>
              <a:noFill/>
            </a:ln>
          </p:spPr>
        </p:pic>
      </p:grpSp>
      <p:grpSp>
        <p:nvGrpSpPr>
          <p:cNvPr id="3014" name="Google Shape;3014;p19"/>
          <p:cNvGrpSpPr/>
          <p:nvPr/>
        </p:nvGrpSpPr>
        <p:grpSpPr>
          <a:xfrm>
            <a:off x="2259587" y="1674160"/>
            <a:ext cx="4779133" cy="1510200"/>
            <a:chOff x="1949450" y="1200150"/>
            <a:chExt cx="7021195" cy="2218690"/>
          </a:xfrm>
        </p:grpSpPr>
        <p:sp>
          <p:nvSpPr>
            <p:cNvPr id="3015" name="Google Shape;3015;p19"/>
            <p:cNvSpPr/>
            <p:nvPr/>
          </p:nvSpPr>
          <p:spPr>
            <a:xfrm>
              <a:off x="1949450" y="1720850"/>
              <a:ext cx="241300" cy="0"/>
            </a:xfrm>
            <a:custGeom>
              <a:rect b="b" l="l" r="r" t="t"/>
              <a:pathLst>
                <a:path extrusionOk="0" h="120000" w="241300">
                  <a:moveTo>
                    <a:pt x="0" y="0"/>
                  </a:moveTo>
                  <a:lnTo>
                    <a:pt x="241299" y="0"/>
                  </a:lnTo>
                </a:path>
              </a:pathLst>
            </a:custGeom>
            <a:noFill/>
            <a:ln cap="flat" cmpd="sng" w="38125">
              <a:solidFill>
                <a:srgbClr val="0D0D0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pic>
          <p:nvPicPr>
            <p:cNvPr id="3016" name="Google Shape;3016;p19"/>
            <p:cNvPicPr preferRelativeResize="0"/>
            <p:nvPr/>
          </p:nvPicPr>
          <p:blipFill rotWithShape="1">
            <a:blip r:embed="rId4">
              <a:alphaModFix/>
            </a:blip>
            <a:srcRect b="0" l="0" r="0" t="0"/>
            <a:stretch/>
          </p:blipFill>
          <p:spPr>
            <a:xfrm>
              <a:off x="8317529" y="1592466"/>
              <a:ext cx="233987" cy="234229"/>
            </a:xfrm>
            <a:prstGeom prst="rect">
              <a:avLst/>
            </a:prstGeom>
            <a:noFill/>
            <a:ln>
              <a:noFill/>
            </a:ln>
          </p:spPr>
        </p:pic>
        <p:sp>
          <p:nvSpPr>
            <p:cNvPr id="3017" name="Google Shape;3017;p19"/>
            <p:cNvSpPr/>
            <p:nvPr/>
          </p:nvSpPr>
          <p:spPr>
            <a:xfrm>
              <a:off x="2076450" y="2317750"/>
              <a:ext cx="6894195" cy="13335"/>
            </a:xfrm>
            <a:custGeom>
              <a:rect b="b" l="l" r="r" t="t"/>
              <a:pathLst>
                <a:path extrusionOk="0" h="13335" w="6894195">
                  <a:moveTo>
                    <a:pt x="0" y="0"/>
                  </a:moveTo>
                  <a:lnTo>
                    <a:pt x="6893762" y="13028"/>
                  </a:lnTo>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sp>
          <p:nvSpPr>
            <p:cNvPr id="3018" name="Google Shape;3018;p19"/>
            <p:cNvSpPr/>
            <p:nvPr/>
          </p:nvSpPr>
          <p:spPr>
            <a:xfrm>
              <a:off x="2190750" y="1200150"/>
              <a:ext cx="6057900" cy="2218690"/>
            </a:xfrm>
            <a:custGeom>
              <a:rect b="b" l="l" r="r" t="t"/>
              <a:pathLst>
                <a:path extrusionOk="0" h="2218690" w="6057900">
                  <a:moveTo>
                    <a:pt x="0" y="2218251"/>
                  </a:moveTo>
                  <a:lnTo>
                    <a:pt x="6057569" y="0"/>
                  </a:lnTo>
                </a:path>
              </a:pathLst>
            </a:custGeom>
            <a:noFill/>
            <a:ln cap="flat" cmpd="sng" w="38125">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6"/>
                <a:buFont typeface="Arial"/>
                <a:buNone/>
              </a:pPr>
              <a:r>
                <a:t/>
              </a:r>
              <a:endParaRPr b="0" i="0" sz="1226" u="none" cap="none" strike="noStrike">
                <a:solidFill>
                  <a:srgbClr val="000000"/>
                </a:solidFill>
                <a:latin typeface="Calibri"/>
                <a:ea typeface="Calibri"/>
                <a:cs typeface="Calibri"/>
                <a:sym typeface="Calibri"/>
              </a:endParaRPr>
            </a:p>
          </p:txBody>
        </p:sp>
      </p:grpSp>
      <p:sp>
        <p:nvSpPr>
          <p:cNvPr id="3019" name="Google Shape;3019;p19"/>
          <p:cNvSpPr txBox="1"/>
          <p:nvPr/>
        </p:nvSpPr>
        <p:spPr>
          <a:xfrm>
            <a:off x="1785677" y="1897364"/>
            <a:ext cx="455135" cy="207695"/>
          </a:xfrm>
          <a:prstGeom prst="rect">
            <a:avLst/>
          </a:prstGeom>
          <a:noFill/>
          <a:ln>
            <a:noFill/>
          </a:ln>
        </p:spPr>
        <p:txBody>
          <a:bodyPr anchorCtr="0" anchor="t" bIns="0" lIns="0" spcFirstLastPara="1" rIns="0" wrap="square" tIns="8625">
            <a:spAutoFit/>
          </a:bodyPr>
          <a:lstStyle/>
          <a:p>
            <a:pPr indent="0" lvl="0" marL="8645" marR="0" rtl="0" algn="l">
              <a:lnSpc>
                <a:spcPct val="100000"/>
              </a:lnSpc>
              <a:spcBef>
                <a:spcPts val="0"/>
              </a:spcBef>
              <a:spcAft>
                <a:spcPts val="0"/>
              </a:spcAft>
              <a:buClr>
                <a:srgbClr val="000000"/>
              </a:buClr>
              <a:buSzPts val="1293"/>
              <a:buFont typeface="Arial"/>
              <a:buNone/>
            </a:pPr>
            <a:r>
              <a:rPr b="0" i="0" lang="en-US" sz="1293" u="none" cap="none" strike="noStrike">
                <a:solidFill>
                  <a:srgbClr val="000000"/>
                </a:solidFill>
                <a:latin typeface="Calibri"/>
                <a:ea typeface="Calibri"/>
                <a:cs typeface="Calibri"/>
                <a:sym typeface="Calibri"/>
              </a:rPr>
              <a:t>(Yes) 1</a:t>
            </a:r>
            <a:endParaRPr b="0" i="0" sz="1293" u="none" cap="none" strike="noStrike">
              <a:solidFill>
                <a:srgbClr val="000000"/>
              </a:solidFill>
              <a:latin typeface="Calibri"/>
              <a:ea typeface="Calibri"/>
              <a:cs typeface="Calibri"/>
              <a:sym typeface="Calibri"/>
            </a:endParaRPr>
          </a:p>
        </p:txBody>
      </p:sp>
      <p:sp>
        <p:nvSpPr>
          <p:cNvPr id="3020" name="Google Shape;3020;p19"/>
          <p:cNvSpPr txBox="1"/>
          <p:nvPr/>
        </p:nvSpPr>
        <p:spPr>
          <a:xfrm>
            <a:off x="1785676" y="2801051"/>
            <a:ext cx="429201" cy="207695"/>
          </a:xfrm>
          <a:prstGeom prst="rect">
            <a:avLst/>
          </a:prstGeom>
          <a:noFill/>
          <a:ln>
            <a:noFill/>
          </a:ln>
        </p:spPr>
        <p:txBody>
          <a:bodyPr anchorCtr="0" anchor="t" bIns="0" lIns="0" spcFirstLastPara="1" rIns="0" wrap="square" tIns="8625">
            <a:spAutoFit/>
          </a:bodyPr>
          <a:lstStyle/>
          <a:p>
            <a:pPr indent="0" lvl="0" marL="8645" marR="0" rtl="0" algn="l">
              <a:lnSpc>
                <a:spcPct val="100000"/>
              </a:lnSpc>
              <a:spcBef>
                <a:spcPts val="0"/>
              </a:spcBef>
              <a:spcAft>
                <a:spcPts val="0"/>
              </a:spcAft>
              <a:buClr>
                <a:srgbClr val="000000"/>
              </a:buClr>
              <a:buSzPts val="1293"/>
              <a:buFont typeface="Arial"/>
              <a:buNone/>
            </a:pPr>
            <a:r>
              <a:rPr b="0" i="0" lang="en-US" sz="1293" u="none" cap="none" strike="noStrike">
                <a:solidFill>
                  <a:srgbClr val="000000"/>
                </a:solidFill>
                <a:latin typeface="Calibri"/>
                <a:ea typeface="Calibri"/>
                <a:cs typeface="Calibri"/>
                <a:sym typeface="Calibri"/>
              </a:rPr>
              <a:t>(No) 0</a:t>
            </a:r>
            <a:endParaRPr b="0" i="0" sz="1293" u="none" cap="none" strike="noStrike">
              <a:solidFill>
                <a:srgbClr val="000000"/>
              </a:solidFill>
              <a:latin typeface="Calibri"/>
              <a:ea typeface="Calibri"/>
              <a:cs typeface="Calibri"/>
              <a:sym typeface="Calibri"/>
            </a:endParaRPr>
          </a:p>
        </p:txBody>
      </p:sp>
      <p:sp>
        <p:nvSpPr>
          <p:cNvPr id="3021" name="Google Shape;3021;p19"/>
          <p:cNvSpPr txBox="1"/>
          <p:nvPr/>
        </p:nvSpPr>
        <p:spPr>
          <a:xfrm>
            <a:off x="2165645" y="3660168"/>
            <a:ext cx="3980197" cy="270661"/>
          </a:xfrm>
          <a:prstGeom prst="rect">
            <a:avLst/>
          </a:prstGeom>
          <a:noFill/>
          <a:ln>
            <a:noFill/>
          </a:ln>
        </p:spPr>
        <p:txBody>
          <a:bodyPr anchorCtr="0" anchor="t" bIns="0" lIns="0" spcFirstLastPara="1" rIns="0" wrap="square" tIns="8625">
            <a:spAutoFit/>
          </a:bodyPr>
          <a:lstStyle/>
          <a:p>
            <a:pPr indent="0" lvl="0" marL="8645" marR="3458" rtl="0" algn="l">
              <a:lnSpc>
                <a:spcPct val="100000"/>
              </a:lnSpc>
              <a:spcBef>
                <a:spcPts val="0"/>
              </a:spcBef>
              <a:spcAft>
                <a:spcPts val="0"/>
              </a:spcAft>
              <a:buClr>
                <a:srgbClr val="000000"/>
              </a:buClr>
              <a:buSzPts val="1702"/>
              <a:buFont typeface="Arial"/>
              <a:buNone/>
            </a:pPr>
            <a:r>
              <a:rPr b="0" i="0" lang="en-US" sz="1702" u="none" cap="none" strike="noStrike">
                <a:solidFill>
                  <a:srgbClr val="FF0000"/>
                </a:solidFill>
                <a:latin typeface="Calibri"/>
                <a:ea typeface="Calibri"/>
                <a:cs typeface="Calibri"/>
                <a:sym typeface="Calibri"/>
              </a:rPr>
              <a:t>Failure due to  adding a new point</a:t>
            </a:r>
            <a:endParaRPr b="0" i="0" sz="1702" u="none" cap="none" strike="noStrike">
              <a:solidFill>
                <a:srgbClr val="000000"/>
              </a:solidFill>
              <a:latin typeface="Calibri"/>
              <a:ea typeface="Calibri"/>
              <a:cs typeface="Calibri"/>
              <a:sym typeface="Calibri"/>
            </a:endParaRPr>
          </a:p>
        </p:txBody>
      </p:sp>
      <p:sp>
        <p:nvSpPr>
          <p:cNvPr id="3022" name="Google Shape;3022;p19"/>
          <p:cNvSpPr txBox="1"/>
          <p:nvPr/>
        </p:nvSpPr>
        <p:spPr>
          <a:xfrm>
            <a:off x="195835" y="648645"/>
            <a:ext cx="7495994" cy="6375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Logistic Regression vs Least Squares Regression</a:t>
            </a:r>
            <a:endParaRPr b="1" i="0" sz="2400" u="none" cap="none" strike="noStrike">
              <a:solidFill>
                <a:srgbClr val="000000"/>
              </a:solidFill>
              <a:latin typeface="Arial"/>
              <a:ea typeface="Arial"/>
              <a:cs typeface="Arial"/>
              <a:sym typeface="Arial"/>
            </a:endParaRPr>
          </a:p>
        </p:txBody>
      </p:sp>
      <p:sp>
        <p:nvSpPr>
          <p:cNvPr id="3023" name="Google Shape;3023;p19"/>
          <p:cNvSpPr txBox="1"/>
          <p:nvPr/>
        </p:nvSpPr>
        <p:spPr>
          <a:xfrm>
            <a:off x="990600" y="2301684"/>
            <a:ext cx="1288085" cy="228790"/>
          </a:xfrm>
          <a:prstGeom prst="rect">
            <a:avLst/>
          </a:prstGeom>
          <a:noFill/>
          <a:ln>
            <a:noFill/>
          </a:ln>
        </p:spPr>
        <p:txBody>
          <a:bodyPr anchorCtr="0" anchor="ctr" bIns="0" lIns="0" spcFirstLastPara="1" rIns="0" wrap="square" tIns="8625">
            <a:spAutoFit/>
          </a:bodyPr>
          <a:lstStyle/>
          <a:p>
            <a:pPr indent="0" lvl="0" marL="8645" marR="0" rtl="0" algn="l">
              <a:lnSpc>
                <a:spcPct val="100000"/>
              </a:lnSpc>
              <a:spcBef>
                <a:spcPts val="0"/>
              </a:spcBef>
              <a:spcAft>
                <a:spcPts val="0"/>
              </a:spcAft>
              <a:buClr>
                <a:srgbClr val="C00000"/>
              </a:buClr>
              <a:buSzPts val="1430"/>
              <a:buFont typeface="Cambria"/>
              <a:buNone/>
            </a:pPr>
            <a:r>
              <a:rPr b="0" i="0" lang="en-US" sz="1430" u="none" cap="none" strike="noStrike">
                <a:solidFill>
                  <a:srgbClr val="C00000"/>
                </a:solidFill>
                <a:latin typeface="Cambria"/>
                <a:ea typeface="Cambria"/>
                <a:cs typeface="Cambria"/>
                <a:sym typeface="Cambria"/>
              </a:rPr>
              <a:t>Job Offered ?</a:t>
            </a:r>
            <a:endParaRPr b="0" i="0" sz="1430" u="none" cap="none" strike="noStrike">
              <a:solidFill>
                <a:srgbClr val="C00000"/>
              </a:solidFill>
              <a:latin typeface="Cambria"/>
              <a:ea typeface="Cambria"/>
              <a:cs typeface="Cambria"/>
              <a:sym typeface="Cambria"/>
            </a:endParaRPr>
          </a:p>
        </p:txBody>
      </p:sp>
      <p:sp>
        <p:nvSpPr>
          <p:cNvPr id="3024" name="Google Shape;3024;p19"/>
          <p:cNvSpPr txBox="1"/>
          <p:nvPr/>
        </p:nvSpPr>
        <p:spPr>
          <a:xfrm>
            <a:off x="6528731" y="2984221"/>
            <a:ext cx="1288085" cy="228790"/>
          </a:xfrm>
          <a:prstGeom prst="rect">
            <a:avLst/>
          </a:prstGeom>
          <a:noFill/>
          <a:ln>
            <a:noFill/>
          </a:ln>
        </p:spPr>
        <p:txBody>
          <a:bodyPr anchorCtr="0" anchor="ctr" bIns="0" lIns="0" spcFirstLastPara="1" rIns="0" wrap="square" tIns="8625">
            <a:spAutoFit/>
          </a:bodyPr>
          <a:lstStyle/>
          <a:p>
            <a:pPr indent="0" lvl="0" marL="8645" marR="0" rtl="0" algn="l">
              <a:lnSpc>
                <a:spcPct val="100000"/>
              </a:lnSpc>
              <a:spcBef>
                <a:spcPts val="0"/>
              </a:spcBef>
              <a:spcAft>
                <a:spcPts val="0"/>
              </a:spcAft>
              <a:buClr>
                <a:srgbClr val="C00000"/>
              </a:buClr>
              <a:buSzPts val="1430"/>
              <a:buFont typeface="Cambria"/>
              <a:buNone/>
            </a:pPr>
            <a:r>
              <a:rPr b="0" i="0" lang="en-US" sz="1430" u="none" cap="none" strike="noStrike">
                <a:solidFill>
                  <a:srgbClr val="C00000"/>
                </a:solidFill>
                <a:latin typeface="Cambria"/>
                <a:ea typeface="Cambria"/>
                <a:cs typeface="Cambria"/>
                <a:sym typeface="Cambria"/>
              </a:rPr>
              <a:t>CGPA or IQ</a:t>
            </a:r>
            <a:endParaRPr b="0" i="0" sz="1430" u="none" cap="none" strike="noStrike">
              <a:solidFill>
                <a:srgbClr val="C00000"/>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8" name="Shape 3028"/>
        <p:cNvGrpSpPr/>
        <p:nvPr/>
      </p:nvGrpSpPr>
      <p:grpSpPr>
        <a:xfrm>
          <a:off x="0" y="0"/>
          <a:ext cx="0" cy="0"/>
          <a:chOff x="0" y="0"/>
          <a:chExt cx="0" cy="0"/>
        </a:xfrm>
      </p:grpSpPr>
      <p:sp>
        <p:nvSpPr>
          <p:cNvPr id="3029" name="Google Shape;3029;p20"/>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solidFill>
                  <a:srgbClr val="000000"/>
                </a:solidFill>
              </a:rPr>
              <a:t>‹#›</a:t>
            </a:fld>
            <a:endParaRPr>
              <a:solidFill>
                <a:srgbClr val="000000"/>
              </a:solidFill>
            </a:endParaRPr>
          </a:p>
        </p:txBody>
      </p:sp>
      <p:pic>
        <p:nvPicPr>
          <p:cNvPr id="3030" name="Google Shape;3030;p20"/>
          <p:cNvPicPr preferRelativeResize="0"/>
          <p:nvPr>
            <p:ph idx="1" type="body"/>
          </p:nvPr>
        </p:nvPicPr>
        <p:blipFill rotWithShape="1">
          <a:blip r:embed="rId3">
            <a:alphaModFix/>
          </a:blip>
          <a:srcRect b="0" l="0" r="0" t="0"/>
          <a:stretch/>
        </p:blipFill>
        <p:spPr>
          <a:xfrm>
            <a:off x="77274" y="1999446"/>
            <a:ext cx="2955701" cy="2431692"/>
          </a:xfrm>
          <a:prstGeom prst="rect">
            <a:avLst/>
          </a:prstGeom>
          <a:noFill/>
          <a:ln>
            <a:noFill/>
          </a:ln>
        </p:spPr>
      </p:pic>
      <p:grpSp>
        <p:nvGrpSpPr>
          <p:cNvPr id="3031" name="Google Shape;3031;p20"/>
          <p:cNvGrpSpPr/>
          <p:nvPr/>
        </p:nvGrpSpPr>
        <p:grpSpPr>
          <a:xfrm>
            <a:off x="4269189" y="1458532"/>
            <a:ext cx="2836033" cy="3091807"/>
            <a:chOff x="6387710" y="893767"/>
            <a:chExt cx="3781377" cy="4122409"/>
          </a:xfrm>
        </p:grpSpPr>
        <p:grpSp>
          <p:nvGrpSpPr>
            <p:cNvPr id="3032" name="Google Shape;3032;p20"/>
            <p:cNvGrpSpPr/>
            <p:nvPr/>
          </p:nvGrpSpPr>
          <p:grpSpPr>
            <a:xfrm>
              <a:off x="6387710" y="893767"/>
              <a:ext cx="3781377" cy="4122409"/>
              <a:chOff x="6317511" y="969068"/>
              <a:chExt cx="3781377" cy="4122409"/>
            </a:xfrm>
          </p:grpSpPr>
          <p:pic>
            <p:nvPicPr>
              <p:cNvPr id="3033" name="Google Shape;3033;p20"/>
              <p:cNvPicPr preferRelativeResize="0"/>
              <p:nvPr/>
            </p:nvPicPr>
            <p:blipFill rotWithShape="1">
              <a:blip r:embed="rId4">
                <a:alphaModFix/>
              </a:blip>
              <a:srcRect b="0" l="0" r="0" t="0"/>
              <a:stretch/>
            </p:blipFill>
            <p:spPr>
              <a:xfrm>
                <a:off x="6317511" y="1505499"/>
                <a:ext cx="3555471" cy="3585978"/>
              </a:xfrm>
              <a:prstGeom prst="rect">
                <a:avLst/>
              </a:prstGeom>
              <a:noFill/>
              <a:ln>
                <a:noFill/>
              </a:ln>
            </p:spPr>
          </p:pic>
          <p:sp>
            <p:nvSpPr>
              <p:cNvPr id="3034" name="Google Shape;3034;p20"/>
              <p:cNvSpPr txBox="1"/>
              <p:nvPr/>
            </p:nvSpPr>
            <p:spPr>
              <a:xfrm>
                <a:off x="8797549" y="969068"/>
                <a:ext cx="1135031" cy="589597"/>
              </a:xfrm>
              <a:prstGeom prst="rect">
                <a:avLst/>
              </a:prstGeom>
              <a:noFill/>
              <a:ln>
                <a:noFill/>
              </a:ln>
            </p:spPr>
            <p:txBody>
              <a:bodyPr anchorCtr="0" anchor="t" bIns="0" lIns="0" spcFirstLastPara="1" rIns="0" wrap="square" tIns="17925">
                <a:spAutoFit/>
              </a:bodyPr>
              <a:lstStyle/>
              <a:p>
                <a:pPr indent="0" lvl="0" marL="18876" marR="7550" rtl="0" algn="l">
                  <a:lnSpc>
                    <a:spcPct val="102600"/>
                  </a:lnSpc>
                  <a:spcBef>
                    <a:spcPts val="0"/>
                  </a:spcBef>
                  <a:spcAft>
                    <a:spcPts val="0"/>
                  </a:spcAft>
                  <a:buClr>
                    <a:srgbClr val="000000"/>
                  </a:buClr>
                  <a:buSzPts val="1338"/>
                  <a:buFont typeface="Arial"/>
                  <a:buNone/>
                </a:pPr>
                <a:r>
                  <a:rPr b="0" i="0" lang="en-US" sz="1338" u="none" cap="none" strike="noStrike">
                    <a:solidFill>
                      <a:srgbClr val="33CC33"/>
                    </a:solidFill>
                    <a:latin typeface="Arial"/>
                    <a:ea typeface="Arial"/>
                    <a:cs typeface="Arial"/>
                    <a:sym typeface="Arial"/>
                  </a:rPr>
                  <a:t>logistic  regression</a:t>
                </a:r>
                <a:endParaRPr b="0" i="0" sz="1338" u="none" cap="none" strike="noStrike">
                  <a:solidFill>
                    <a:srgbClr val="000000"/>
                  </a:solidFill>
                  <a:latin typeface="Arial"/>
                  <a:ea typeface="Arial"/>
                  <a:cs typeface="Arial"/>
                  <a:sym typeface="Arial"/>
                </a:endParaRPr>
              </a:p>
            </p:txBody>
          </p:sp>
          <p:grpSp>
            <p:nvGrpSpPr>
              <p:cNvPr id="3035" name="Google Shape;3035;p20"/>
              <p:cNvGrpSpPr/>
              <p:nvPr/>
            </p:nvGrpSpPr>
            <p:grpSpPr>
              <a:xfrm>
                <a:off x="8608434" y="1215197"/>
                <a:ext cx="198358" cy="263578"/>
                <a:chOff x="3572898" y="613224"/>
                <a:chExt cx="100097" cy="133009"/>
              </a:xfrm>
            </p:grpSpPr>
            <p:sp>
              <p:nvSpPr>
                <p:cNvPr id="3036" name="Google Shape;3036;p20"/>
                <p:cNvSpPr/>
                <p:nvPr/>
              </p:nvSpPr>
              <p:spPr>
                <a:xfrm>
                  <a:off x="3583460" y="613224"/>
                  <a:ext cx="89535" cy="118745"/>
                </a:xfrm>
                <a:custGeom>
                  <a:rect b="b" l="l" r="r" t="t"/>
                  <a:pathLst>
                    <a:path extrusionOk="0" h="118745" w="89535">
                      <a:moveTo>
                        <a:pt x="89073" y="0"/>
                      </a:moveTo>
                      <a:lnTo>
                        <a:pt x="0" y="118546"/>
                      </a:lnTo>
                    </a:path>
                  </a:pathLst>
                </a:custGeom>
                <a:noFill/>
                <a:ln cap="flat" cmpd="sng" w="17575">
                  <a:solidFill>
                    <a:srgbClr val="37D14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75"/>
                    <a:buFont typeface="Arial"/>
                    <a:buNone/>
                  </a:pPr>
                  <a:r>
                    <a:t/>
                  </a:r>
                  <a:endParaRPr b="0" i="0" sz="2675" u="none" cap="none" strike="noStrike">
                    <a:solidFill>
                      <a:srgbClr val="000000"/>
                    </a:solidFill>
                    <a:latin typeface="Calibri"/>
                    <a:ea typeface="Calibri"/>
                    <a:cs typeface="Calibri"/>
                    <a:sym typeface="Calibri"/>
                  </a:endParaRPr>
                </a:p>
              </p:txBody>
            </p:sp>
            <p:sp>
              <p:nvSpPr>
                <p:cNvPr id="3037" name="Google Shape;3037;p20"/>
                <p:cNvSpPr/>
                <p:nvPr/>
              </p:nvSpPr>
              <p:spPr>
                <a:xfrm>
                  <a:off x="3572898" y="687814"/>
                  <a:ext cx="53340" cy="58419"/>
                </a:xfrm>
                <a:custGeom>
                  <a:rect b="b" l="l" r="r" t="t"/>
                  <a:pathLst>
                    <a:path extrusionOk="0" h="58420" w="53339">
                      <a:moveTo>
                        <a:pt x="10601" y="0"/>
                      </a:moveTo>
                      <a:lnTo>
                        <a:pt x="0" y="58013"/>
                      </a:lnTo>
                      <a:lnTo>
                        <a:pt x="52771" y="31686"/>
                      </a:lnTo>
                      <a:lnTo>
                        <a:pt x="10601" y="0"/>
                      </a:lnTo>
                      <a:close/>
                    </a:path>
                  </a:pathLst>
                </a:custGeom>
                <a:solidFill>
                  <a:srgbClr val="37D14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75"/>
                    <a:buFont typeface="Arial"/>
                    <a:buNone/>
                  </a:pPr>
                  <a:r>
                    <a:t/>
                  </a:r>
                  <a:endParaRPr b="0" i="0" sz="2675" u="none" cap="none" strike="noStrike">
                    <a:solidFill>
                      <a:srgbClr val="000000"/>
                    </a:solidFill>
                    <a:latin typeface="Calibri"/>
                    <a:ea typeface="Calibri"/>
                    <a:cs typeface="Calibri"/>
                    <a:sym typeface="Calibri"/>
                  </a:endParaRPr>
                </a:p>
              </p:txBody>
            </p:sp>
          </p:grpSp>
          <p:sp>
            <p:nvSpPr>
              <p:cNvPr id="3038" name="Google Shape;3038;p20"/>
              <p:cNvSpPr txBox="1"/>
              <p:nvPr/>
            </p:nvSpPr>
            <p:spPr>
              <a:xfrm>
                <a:off x="8666887" y="2417953"/>
                <a:ext cx="1432001" cy="589597"/>
              </a:xfrm>
              <a:prstGeom prst="rect">
                <a:avLst/>
              </a:prstGeom>
              <a:noFill/>
              <a:ln>
                <a:noFill/>
              </a:ln>
            </p:spPr>
            <p:txBody>
              <a:bodyPr anchorCtr="0" anchor="t" bIns="0" lIns="0" spcFirstLastPara="1" rIns="0" wrap="square" tIns="17925">
                <a:spAutoFit/>
              </a:bodyPr>
              <a:lstStyle/>
              <a:p>
                <a:pPr indent="0" lvl="0" marL="18876" marR="7550" rtl="0" algn="l">
                  <a:lnSpc>
                    <a:spcPct val="102600"/>
                  </a:lnSpc>
                  <a:spcBef>
                    <a:spcPts val="0"/>
                  </a:spcBef>
                  <a:spcAft>
                    <a:spcPts val="0"/>
                  </a:spcAft>
                  <a:buClr>
                    <a:srgbClr val="000000"/>
                  </a:buClr>
                  <a:buSzPts val="1338"/>
                  <a:buFont typeface="Arial"/>
                  <a:buNone/>
                </a:pPr>
                <a:r>
                  <a:rPr b="0" i="0" lang="en-US" sz="1338" u="none" cap="none" strike="noStrike">
                    <a:solidFill>
                      <a:srgbClr val="CC00CC"/>
                    </a:solidFill>
                    <a:latin typeface="Arial"/>
                    <a:ea typeface="Arial"/>
                    <a:cs typeface="Arial"/>
                    <a:sym typeface="Arial"/>
                  </a:rPr>
                  <a:t>least squares  regression</a:t>
                </a:r>
                <a:endParaRPr b="0" i="0" sz="1338" u="none" cap="none" strike="noStrike">
                  <a:solidFill>
                    <a:srgbClr val="000000"/>
                  </a:solidFill>
                  <a:latin typeface="Arial"/>
                  <a:ea typeface="Arial"/>
                  <a:cs typeface="Arial"/>
                  <a:sym typeface="Arial"/>
                </a:endParaRPr>
              </a:p>
            </p:txBody>
          </p:sp>
        </p:grpSp>
        <p:grpSp>
          <p:nvGrpSpPr>
            <p:cNvPr id="3039" name="Google Shape;3039;p20"/>
            <p:cNvGrpSpPr/>
            <p:nvPr/>
          </p:nvGrpSpPr>
          <p:grpSpPr>
            <a:xfrm>
              <a:off x="9148498" y="2071751"/>
              <a:ext cx="105701" cy="330555"/>
              <a:chOff x="3845431" y="1045467"/>
              <a:chExt cx="53340" cy="166808"/>
            </a:xfrm>
          </p:grpSpPr>
          <p:sp>
            <p:nvSpPr>
              <p:cNvPr id="3040" name="Google Shape;3040;p20"/>
              <p:cNvSpPr/>
              <p:nvPr/>
            </p:nvSpPr>
            <p:spPr>
              <a:xfrm>
                <a:off x="3871805" y="1063050"/>
                <a:ext cx="0" cy="149225"/>
              </a:xfrm>
              <a:custGeom>
                <a:rect b="b" l="l" r="r" t="t"/>
                <a:pathLst>
                  <a:path extrusionOk="0" h="149225" w="120000">
                    <a:moveTo>
                      <a:pt x="0" y="148720"/>
                    </a:moveTo>
                    <a:lnTo>
                      <a:pt x="0" y="0"/>
                    </a:lnTo>
                  </a:path>
                </a:pathLst>
              </a:custGeom>
              <a:noFill/>
              <a:ln cap="flat" cmpd="sng" w="17575">
                <a:solidFill>
                  <a:srgbClr val="D834D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75"/>
                  <a:buFont typeface="Arial"/>
                  <a:buNone/>
                </a:pPr>
                <a:r>
                  <a:t/>
                </a:r>
                <a:endParaRPr b="0" i="0" sz="2675" u="none" cap="none" strike="noStrike">
                  <a:solidFill>
                    <a:srgbClr val="000000"/>
                  </a:solidFill>
                  <a:latin typeface="Calibri"/>
                  <a:ea typeface="Calibri"/>
                  <a:cs typeface="Calibri"/>
                  <a:sym typeface="Calibri"/>
                </a:endParaRPr>
              </a:p>
            </p:txBody>
          </p:sp>
          <p:sp>
            <p:nvSpPr>
              <p:cNvPr id="3041" name="Google Shape;3041;p20"/>
              <p:cNvSpPr/>
              <p:nvPr/>
            </p:nvSpPr>
            <p:spPr>
              <a:xfrm>
                <a:off x="3845431" y="1045467"/>
                <a:ext cx="53340" cy="53340"/>
              </a:xfrm>
              <a:custGeom>
                <a:rect b="b" l="l" r="r" t="t"/>
                <a:pathLst>
                  <a:path extrusionOk="0" h="53340" w="53339">
                    <a:moveTo>
                      <a:pt x="26374" y="0"/>
                    </a:moveTo>
                    <a:lnTo>
                      <a:pt x="0" y="52748"/>
                    </a:lnTo>
                    <a:lnTo>
                      <a:pt x="52748" y="52748"/>
                    </a:lnTo>
                    <a:lnTo>
                      <a:pt x="26374" y="0"/>
                    </a:lnTo>
                    <a:close/>
                  </a:path>
                </a:pathLst>
              </a:custGeom>
              <a:solidFill>
                <a:srgbClr val="D834D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75"/>
                  <a:buFont typeface="Arial"/>
                  <a:buNone/>
                </a:pPr>
                <a:r>
                  <a:t/>
                </a:r>
                <a:endParaRPr b="0" i="0" sz="2675" u="none" cap="none" strike="noStrike">
                  <a:solidFill>
                    <a:srgbClr val="000000"/>
                  </a:solidFill>
                  <a:latin typeface="Calibri"/>
                  <a:ea typeface="Calibri"/>
                  <a:cs typeface="Calibri"/>
                  <a:sym typeface="Calibri"/>
                </a:endParaRPr>
              </a:p>
            </p:txBody>
          </p:sp>
        </p:grpSp>
      </p:grpSp>
      <p:sp>
        <p:nvSpPr>
          <p:cNvPr id="3042" name="Google Shape;3042;p20"/>
          <p:cNvSpPr/>
          <p:nvPr/>
        </p:nvSpPr>
        <p:spPr>
          <a:xfrm>
            <a:off x="77274" y="4722127"/>
            <a:ext cx="8809149"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41314"/>
                </a:solidFill>
                <a:latin typeface="Arial"/>
                <a:ea typeface="Arial"/>
                <a:cs typeface="Arial"/>
                <a:sym typeface="Arial"/>
              </a:rPr>
              <a:t>The right-hand plot shows the corresponding results obtained when extra data points are added at the bottom left of the diagram, showing that least squares is highly sensitive to outliers, unlike logistic regression.</a:t>
            </a:r>
            <a:endParaRPr b="0" i="0" sz="1800" u="none" cap="none" strike="noStrike">
              <a:solidFill>
                <a:srgbClr val="000000"/>
              </a:solidFill>
              <a:latin typeface="Arial"/>
              <a:ea typeface="Arial"/>
              <a:cs typeface="Arial"/>
              <a:sym typeface="Arial"/>
            </a:endParaRPr>
          </a:p>
        </p:txBody>
      </p:sp>
      <p:sp>
        <p:nvSpPr>
          <p:cNvPr id="3043" name="Google Shape;3043;p20"/>
          <p:cNvSpPr txBox="1"/>
          <p:nvPr/>
        </p:nvSpPr>
        <p:spPr>
          <a:xfrm>
            <a:off x="195835" y="648645"/>
            <a:ext cx="7495994" cy="6375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Logistic Regression vs Least Squares Regression</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7" name="Shape 3047"/>
        <p:cNvGrpSpPr/>
        <p:nvPr/>
      </p:nvGrpSpPr>
      <p:grpSpPr>
        <a:xfrm>
          <a:off x="0" y="0"/>
          <a:ext cx="0" cy="0"/>
          <a:chOff x="0" y="0"/>
          <a:chExt cx="0" cy="0"/>
        </a:xfrm>
      </p:grpSpPr>
      <p:sp>
        <p:nvSpPr>
          <p:cNvPr id="3048" name="Google Shape;3048;p2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Sigmoid Function </a:t>
            </a:r>
            <a:endParaRPr b="1" sz="2400">
              <a:latin typeface="Arial"/>
              <a:ea typeface="Arial"/>
              <a:cs typeface="Arial"/>
              <a:sym typeface="Arial"/>
            </a:endParaRPr>
          </a:p>
        </p:txBody>
      </p:sp>
      <p:sp>
        <p:nvSpPr>
          <p:cNvPr id="3049" name="Google Shape;3049;p21"/>
          <p:cNvSpPr txBox="1"/>
          <p:nvPr>
            <p:ph idx="1" type="body"/>
          </p:nvPr>
        </p:nvSpPr>
        <p:spPr>
          <a:xfrm>
            <a:off x="457200" y="1600202"/>
            <a:ext cx="2819400" cy="4525963"/>
          </a:xfrm>
          <a:prstGeom prst="rect">
            <a:avLst/>
          </a:prstGeom>
          <a:noFill/>
          <a:ln>
            <a:noFill/>
          </a:ln>
        </p:spPr>
        <p:txBody>
          <a:bodyPr anchorCtr="0" anchor="t" bIns="45700" lIns="91425" spcFirstLastPara="1" rIns="91425" wrap="square" tIns="45700">
            <a:normAutofit lnSpcReduction="10000"/>
          </a:bodyPr>
          <a:lstStyle/>
          <a:p>
            <a:pPr indent="-257175" lvl="0" marL="257175" rtl="0" algn="l">
              <a:lnSpc>
                <a:spcPct val="100000"/>
              </a:lnSpc>
              <a:spcBef>
                <a:spcPts val="0"/>
              </a:spcBef>
              <a:spcAft>
                <a:spcPts val="0"/>
              </a:spcAft>
              <a:buClr>
                <a:schemeClr val="dk1"/>
              </a:buClr>
              <a:buSzPts val="1800"/>
              <a:buChar char="•"/>
            </a:pPr>
            <a:r>
              <a:rPr lang="en-US">
                <a:latin typeface="Arial"/>
                <a:ea typeface="Arial"/>
                <a:cs typeface="Arial"/>
                <a:sym typeface="Arial"/>
              </a:rPr>
              <a:t>Sigmoid/logistic function takes a real value as input and outputs another value between 0 and 1</a:t>
            </a:r>
            <a:endParaRPr/>
          </a:p>
          <a:p>
            <a:pPr indent="-257175" lvl="0" marL="257175" rtl="0" algn="l">
              <a:lnSpc>
                <a:spcPct val="100000"/>
              </a:lnSpc>
              <a:spcBef>
                <a:spcPts val="360"/>
              </a:spcBef>
              <a:spcAft>
                <a:spcPts val="0"/>
              </a:spcAft>
              <a:buClr>
                <a:schemeClr val="dk1"/>
              </a:buClr>
              <a:buSzPts val="1800"/>
              <a:buChar char="•"/>
            </a:pPr>
            <a:r>
              <a:rPr lang="en-US">
                <a:latin typeface="Arial"/>
                <a:ea typeface="Arial"/>
                <a:cs typeface="Arial"/>
                <a:sym typeface="Arial"/>
              </a:rPr>
              <a:t>That framework is called logistic regression</a:t>
            </a:r>
            <a:endParaRPr/>
          </a:p>
          <a:p>
            <a:pPr indent="-214312" lvl="1" marL="557213" rtl="0" algn="l">
              <a:lnSpc>
                <a:spcPct val="100000"/>
              </a:lnSpc>
              <a:spcBef>
                <a:spcPts val="360"/>
              </a:spcBef>
              <a:spcAft>
                <a:spcPts val="0"/>
              </a:spcAft>
              <a:buClr>
                <a:schemeClr val="dk1"/>
              </a:buClr>
              <a:buSzPts val="1800"/>
              <a:buChar char="–"/>
            </a:pPr>
            <a:r>
              <a:rPr lang="en-US">
                <a:latin typeface="Arial"/>
                <a:ea typeface="Arial"/>
                <a:cs typeface="Arial"/>
                <a:sym typeface="Arial"/>
              </a:rPr>
              <a:t>Logistic: A special mathematical sigmoid function it uses  </a:t>
            </a:r>
            <a:endParaRPr/>
          </a:p>
          <a:p>
            <a:pPr indent="-214312" lvl="1" marL="557213" rtl="0" algn="l">
              <a:lnSpc>
                <a:spcPct val="100000"/>
              </a:lnSpc>
              <a:spcBef>
                <a:spcPts val="360"/>
              </a:spcBef>
              <a:spcAft>
                <a:spcPts val="0"/>
              </a:spcAft>
              <a:buClr>
                <a:schemeClr val="dk1"/>
              </a:buClr>
              <a:buSzPts val="1800"/>
              <a:buChar char="–"/>
            </a:pPr>
            <a:r>
              <a:rPr lang="en-US">
                <a:latin typeface="Arial"/>
                <a:ea typeface="Arial"/>
                <a:cs typeface="Arial"/>
                <a:sym typeface="Arial"/>
              </a:rPr>
              <a:t>Regression: Combines a weight vector with observations to create an answer</a:t>
            </a:r>
            <a:endParaRPr/>
          </a:p>
          <a:p>
            <a:pPr indent="-142875" lvl="0" marL="257175" rtl="0" algn="l">
              <a:lnSpc>
                <a:spcPct val="100000"/>
              </a:lnSpc>
              <a:spcBef>
                <a:spcPts val="360"/>
              </a:spcBef>
              <a:spcAft>
                <a:spcPts val="0"/>
              </a:spcAft>
              <a:buClr>
                <a:schemeClr val="dk1"/>
              </a:buClr>
              <a:buSzPts val="1800"/>
              <a:buNone/>
            </a:pPr>
            <a:r>
              <a:t/>
            </a:r>
            <a:endParaRPr>
              <a:latin typeface="Arial"/>
              <a:ea typeface="Arial"/>
              <a:cs typeface="Arial"/>
              <a:sym typeface="Arial"/>
            </a:endParaRPr>
          </a:p>
        </p:txBody>
      </p:sp>
      <p:sp>
        <p:nvSpPr>
          <p:cNvPr id="3050" name="Google Shape;3050;p21"/>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solidFill>
                  <a:srgbClr val="000000"/>
                </a:solidFill>
              </a:rPr>
              <a:t>‹#›</a:t>
            </a:fld>
            <a:endParaRPr>
              <a:solidFill>
                <a:srgbClr val="000000"/>
              </a:solidFill>
            </a:endParaRPr>
          </a:p>
        </p:txBody>
      </p:sp>
      <p:pic>
        <p:nvPicPr>
          <p:cNvPr descr="https://lh7-us.googleusercontent.com/KOueWvb9tOMWaRYwaYBzVwkgCAKTmuLrnbjkyZ37rFH2Kuf5iYqNb9ZKYSUPMC57LOd1IG5DbRlF8Htt4ltNLAFXU_m9nCumnxlIy7rNgeY7ac9GUNgk7fzRgujWuI6PmPlBCNI0QsfomWCF0uhsHw=s2048" id="3051" name="Google Shape;3051;p21"/>
          <p:cNvPicPr preferRelativeResize="0"/>
          <p:nvPr/>
        </p:nvPicPr>
        <p:blipFill rotWithShape="1">
          <a:blip r:embed="rId3">
            <a:alphaModFix/>
          </a:blip>
          <a:srcRect b="0" l="0" r="0" t="0"/>
          <a:stretch/>
        </p:blipFill>
        <p:spPr>
          <a:xfrm>
            <a:off x="6747973" y="3668716"/>
            <a:ext cx="1744054" cy="288340"/>
          </a:xfrm>
          <a:prstGeom prst="rect">
            <a:avLst/>
          </a:prstGeom>
          <a:noFill/>
          <a:ln>
            <a:noFill/>
          </a:ln>
        </p:spPr>
      </p:pic>
      <p:pic>
        <p:nvPicPr>
          <p:cNvPr descr="https://upload.wikimedia.org/wikipedia/commons/thumb/8/88/Logistic-curve.svg/320px-Logistic-curve.svg.png" id="3052" name="Google Shape;3052;p21"/>
          <p:cNvPicPr preferRelativeResize="0"/>
          <p:nvPr/>
        </p:nvPicPr>
        <p:blipFill rotWithShape="1">
          <a:blip r:embed="rId4">
            <a:alphaModFix/>
          </a:blip>
          <a:srcRect b="0" l="0" r="0" t="0"/>
          <a:stretch/>
        </p:blipFill>
        <p:spPr>
          <a:xfrm>
            <a:off x="6096000" y="1600200"/>
            <a:ext cx="3048000" cy="2028826"/>
          </a:xfrm>
          <a:prstGeom prst="rect">
            <a:avLst/>
          </a:prstGeom>
          <a:noFill/>
          <a:ln>
            <a:noFill/>
          </a:ln>
        </p:spPr>
      </p:pic>
      <p:sp>
        <p:nvSpPr>
          <p:cNvPr id="3053" name="Google Shape;3053;p21"/>
          <p:cNvSpPr/>
          <p:nvPr/>
        </p:nvSpPr>
        <p:spPr>
          <a:xfrm>
            <a:off x="6771784" y="4114800"/>
            <a:ext cx="1838815" cy="685800"/>
          </a:xfrm>
          <a:prstGeom prst="rect">
            <a:avLst/>
          </a:prstGeom>
          <a:blipFill rotWithShape="1">
            <a:blip r:embed="rId5">
              <a:alphaModFix/>
            </a:blip>
            <a:stretch>
              <a:fillRect b="0" l="0" r="0" t="0"/>
            </a:stretch>
          </a:blipFill>
          <a:ln cap="flat" cmpd="sng" w="381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 </a:t>
            </a:r>
            <a:endParaRPr b="0" i="0" sz="1600" u="none" cap="none" strike="noStrike">
              <a:solidFill>
                <a:schemeClr val="dk1"/>
              </a:solidFill>
              <a:latin typeface="Tahoma"/>
              <a:ea typeface="Tahoma"/>
              <a:cs typeface="Tahoma"/>
              <a:sym typeface="Tahoma"/>
            </a:endParaRPr>
          </a:p>
        </p:txBody>
      </p:sp>
      <p:pic>
        <p:nvPicPr>
          <p:cNvPr id="3054" name="Google Shape;3054;p21"/>
          <p:cNvPicPr preferRelativeResize="0"/>
          <p:nvPr/>
        </p:nvPicPr>
        <p:blipFill rotWithShape="1">
          <a:blip r:embed="rId6">
            <a:alphaModFix/>
          </a:blip>
          <a:srcRect b="0" l="0" r="0" t="0"/>
          <a:stretch/>
        </p:blipFill>
        <p:spPr>
          <a:xfrm>
            <a:off x="3756069" y="1289099"/>
            <a:ext cx="5520294" cy="3511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8" name="Shape 3058"/>
        <p:cNvGrpSpPr/>
        <p:nvPr/>
      </p:nvGrpSpPr>
      <p:grpSpPr>
        <a:xfrm>
          <a:off x="0" y="0"/>
          <a:ext cx="0" cy="0"/>
          <a:chOff x="0" y="0"/>
          <a:chExt cx="0" cy="0"/>
        </a:xfrm>
      </p:grpSpPr>
      <p:sp>
        <p:nvSpPr>
          <p:cNvPr id="3059" name="Google Shape;3059;p22"/>
          <p:cNvSpPr txBox="1"/>
          <p:nvPr>
            <p:ph type="title"/>
          </p:nvPr>
        </p:nvSpPr>
        <p:spPr>
          <a:xfrm>
            <a:off x="171751" y="2051978"/>
            <a:ext cx="6687593" cy="3815421"/>
          </a:xfrm>
          <a:prstGeom prst="rect">
            <a:avLst/>
          </a:prstGeom>
          <a:noFill/>
          <a:ln>
            <a:noFill/>
          </a:ln>
        </p:spPr>
        <p:txBody>
          <a:bodyPr anchorCtr="0" anchor="ctr" bIns="34275" lIns="68575" spcFirstLastPara="1" rIns="68575" wrap="square" tIns="34275">
            <a:noAutofit/>
          </a:bodyPr>
          <a:lstStyle/>
          <a:p>
            <a:pPr indent="0" lvl="0" marL="0" rtl="0" algn="l">
              <a:lnSpc>
                <a:spcPct val="200000"/>
              </a:lnSpc>
              <a:spcBef>
                <a:spcPts val="0"/>
              </a:spcBef>
              <a:spcAft>
                <a:spcPts val="0"/>
              </a:spcAft>
              <a:buClr>
                <a:schemeClr val="dk1"/>
              </a:buClr>
              <a:buSzPts val="1800"/>
              <a:buFont typeface="Arial"/>
              <a:buNone/>
            </a:pPr>
            <a:r>
              <a:rPr lang="en-US" sz="1800">
                <a:latin typeface="Arial"/>
                <a:ea typeface="Arial"/>
                <a:cs typeface="Arial"/>
                <a:sym typeface="Arial"/>
              </a:rPr>
              <a:t>Classification:	y = 0 or 1</a:t>
            </a:r>
            <a:br>
              <a:rPr lang="en-US" sz="1800">
                <a:latin typeface="Arial"/>
                <a:ea typeface="Arial"/>
                <a:cs typeface="Arial"/>
                <a:sym typeface="Arial"/>
              </a:rPr>
            </a:br>
            <a:br>
              <a:rPr lang="en-US" sz="1800">
                <a:latin typeface="Arial"/>
                <a:ea typeface="Arial"/>
                <a:cs typeface="Arial"/>
                <a:sym typeface="Arial"/>
              </a:rPr>
            </a:br>
            <a:r>
              <a:rPr lang="en-US" sz="1800">
                <a:latin typeface="Arial"/>
                <a:ea typeface="Arial"/>
                <a:cs typeface="Arial"/>
                <a:sym typeface="Arial"/>
              </a:rPr>
              <a:t>h</a:t>
            </a:r>
            <a:r>
              <a:rPr baseline="-25000" lang="en-US" sz="1800">
                <a:latin typeface="Arial"/>
                <a:ea typeface="Arial"/>
                <a:cs typeface="Arial"/>
                <a:sym typeface="Arial"/>
              </a:rPr>
              <a:t>θ</a:t>
            </a:r>
            <a:r>
              <a:rPr lang="en-US" sz="1800">
                <a:latin typeface="Arial"/>
                <a:ea typeface="Arial"/>
                <a:cs typeface="Arial"/>
                <a:sym typeface="Arial"/>
              </a:rPr>
              <a:t>(x) can be &gt; 1 or &lt; 0</a:t>
            </a:r>
            <a:br>
              <a:rPr lang="en-US" sz="1800">
                <a:latin typeface="Arial"/>
                <a:ea typeface="Arial"/>
                <a:cs typeface="Arial"/>
                <a:sym typeface="Arial"/>
              </a:rPr>
            </a:br>
            <a:br>
              <a:rPr lang="en-US" sz="1800">
                <a:latin typeface="Arial"/>
                <a:ea typeface="Arial"/>
                <a:cs typeface="Arial"/>
                <a:sym typeface="Arial"/>
              </a:rPr>
            </a:br>
            <a:r>
              <a:rPr lang="en-US" sz="1800">
                <a:latin typeface="Arial"/>
                <a:ea typeface="Arial"/>
                <a:cs typeface="Arial"/>
                <a:sym typeface="Arial"/>
              </a:rPr>
              <a:t>What we need:</a:t>
            </a:r>
            <a:br>
              <a:rPr lang="en-US" sz="1800">
                <a:latin typeface="Arial"/>
                <a:ea typeface="Arial"/>
                <a:cs typeface="Arial"/>
                <a:sym typeface="Arial"/>
              </a:rPr>
            </a:br>
            <a:br>
              <a:rPr lang="en-US" sz="1800">
                <a:latin typeface="Arial"/>
                <a:ea typeface="Arial"/>
                <a:cs typeface="Arial"/>
                <a:sym typeface="Arial"/>
              </a:rPr>
            </a:br>
            <a:r>
              <a:rPr lang="en-US" sz="1800">
                <a:latin typeface="Arial"/>
                <a:ea typeface="Arial"/>
                <a:cs typeface="Arial"/>
                <a:sym typeface="Arial"/>
              </a:rPr>
              <a:t>  </a:t>
            </a:r>
            <a:br>
              <a:rPr lang="en-US" sz="1800">
                <a:latin typeface="Arial"/>
                <a:ea typeface="Arial"/>
                <a:cs typeface="Arial"/>
                <a:sym typeface="Arial"/>
              </a:rPr>
            </a:br>
            <a:br>
              <a:rPr lang="en-US" sz="1800">
                <a:latin typeface="Arial"/>
                <a:ea typeface="Arial"/>
                <a:cs typeface="Arial"/>
                <a:sym typeface="Arial"/>
              </a:rPr>
            </a:br>
            <a:endParaRPr sz="1800">
              <a:latin typeface="Arial"/>
              <a:ea typeface="Arial"/>
              <a:cs typeface="Arial"/>
              <a:sym typeface="Arial"/>
            </a:endParaRPr>
          </a:p>
        </p:txBody>
      </p:sp>
      <p:pic>
        <p:nvPicPr>
          <p:cNvPr id="3060" name="Google Shape;3060;p22"/>
          <p:cNvPicPr preferRelativeResize="0"/>
          <p:nvPr/>
        </p:nvPicPr>
        <p:blipFill rotWithShape="1">
          <a:blip r:embed="rId3">
            <a:alphaModFix/>
          </a:blip>
          <a:srcRect b="0" l="0" r="0" t="0"/>
          <a:stretch/>
        </p:blipFill>
        <p:spPr>
          <a:xfrm>
            <a:off x="2017644" y="3904588"/>
            <a:ext cx="1841285" cy="311202"/>
          </a:xfrm>
          <a:prstGeom prst="rect">
            <a:avLst/>
          </a:prstGeom>
          <a:noFill/>
          <a:ln>
            <a:noFill/>
          </a:ln>
        </p:spPr>
      </p:pic>
      <p:sp>
        <p:nvSpPr>
          <p:cNvPr id="3061" name="Google Shape;3061;p22"/>
          <p:cNvSpPr txBox="1"/>
          <p:nvPr/>
        </p:nvSpPr>
        <p:spPr>
          <a:xfrm>
            <a:off x="3578750" y="1562450"/>
            <a:ext cx="1645800" cy="1062900"/>
          </a:xfrm>
          <a:prstGeom prst="rect">
            <a:avLst/>
          </a:prstGeom>
          <a:noFill/>
          <a:ln>
            <a:noFill/>
          </a:ln>
        </p:spPr>
        <p:txBody>
          <a:bodyPr anchorCtr="0" anchor="t" bIns="0" lIns="0" spcFirstLastPara="1" rIns="0" wrap="square" tIns="5600">
            <a:spAutoFit/>
          </a:bodyPr>
          <a:lstStyle/>
          <a:p>
            <a:pPr indent="0" lvl="0" marL="8645" marR="3458" rtl="0" algn="l">
              <a:lnSpc>
                <a:spcPct val="101200"/>
              </a:lnSpc>
              <a:spcBef>
                <a:spcPts val="0"/>
              </a:spcBef>
              <a:spcAft>
                <a:spcPts val="0"/>
              </a:spcAft>
              <a:buClr>
                <a:srgbClr val="000000"/>
              </a:buClr>
              <a:buSzPts val="1702"/>
              <a:buFont typeface="Arial"/>
              <a:buNone/>
            </a:pPr>
            <a:r>
              <a:rPr b="0" i="0" lang="en-US" sz="1702" u="none" cap="none" strike="noStrike">
                <a:solidFill>
                  <a:srgbClr val="FF0000"/>
                </a:solidFill>
                <a:latin typeface="Calibri"/>
                <a:ea typeface="Calibri"/>
                <a:cs typeface="Calibri"/>
                <a:sym typeface="Calibri"/>
              </a:rPr>
              <a:t>Another drawback  of using linear  regression for this  problem</a:t>
            </a:r>
            <a:endParaRPr b="0" i="0" sz="1702" u="none" cap="none" strike="noStrike">
              <a:solidFill>
                <a:srgbClr val="000000"/>
              </a:solidFill>
              <a:latin typeface="Calibri"/>
              <a:ea typeface="Calibri"/>
              <a:cs typeface="Calibri"/>
              <a:sym typeface="Calibri"/>
            </a:endParaRPr>
          </a:p>
        </p:txBody>
      </p:sp>
      <p:sp>
        <p:nvSpPr>
          <p:cNvPr id="3062" name="Google Shape;3062;p22"/>
          <p:cNvSpPr txBox="1"/>
          <p:nvPr/>
        </p:nvSpPr>
        <p:spPr>
          <a:xfrm>
            <a:off x="195835" y="648645"/>
            <a:ext cx="7495994" cy="6375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Logistic Regression vs Least Squares Regression</a:t>
            </a:r>
            <a:endParaRPr b="1" i="0" sz="2400" u="none" cap="none" strike="noStrike">
              <a:solidFill>
                <a:srgbClr val="000000"/>
              </a:solidFill>
              <a:latin typeface="Arial"/>
              <a:ea typeface="Arial"/>
              <a:cs typeface="Arial"/>
              <a:sym typeface="Arial"/>
            </a:endParaRPr>
          </a:p>
        </p:txBody>
      </p:sp>
      <p:grpSp>
        <p:nvGrpSpPr>
          <p:cNvPr id="3063" name="Google Shape;3063;p22"/>
          <p:cNvGrpSpPr/>
          <p:nvPr/>
        </p:nvGrpSpPr>
        <p:grpSpPr>
          <a:xfrm>
            <a:off x="5509700" y="1562443"/>
            <a:ext cx="3293301" cy="3048229"/>
            <a:chOff x="5509700" y="1562443"/>
            <a:chExt cx="3293301" cy="3048229"/>
          </a:xfrm>
        </p:grpSpPr>
        <p:sp>
          <p:nvSpPr>
            <p:cNvPr id="3064" name="Google Shape;3064;p22"/>
            <p:cNvSpPr/>
            <p:nvPr/>
          </p:nvSpPr>
          <p:spPr>
            <a:xfrm>
              <a:off x="5762688" y="1562443"/>
              <a:ext cx="1792927" cy="68980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065" name="Google Shape;3065;p22"/>
            <p:cNvSpPr/>
            <p:nvPr/>
          </p:nvSpPr>
          <p:spPr>
            <a:xfrm>
              <a:off x="5509700" y="3920868"/>
              <a:ext cx="2298899" cy="68980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066" name="Google Shape;3066;p22"/>
            <p:cNvSpPr/>
            <p:nvPr/>
          </p:nvSpPr>
          <p:spPr>
            <a:xfrm>
              <a:off x="5902886" y="2714841"/>
              <a:ext cx="1512529" cy="591124"/>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cxnSp>
          <p:nvCxnSpPr>
            <p:cNvPr id="3067" name="Google Shape;3067;p22"/>
            <p:cNvCxnSpPr>
              <a:stCxn id="3064" idx="2"/>
              <a:endCxn id="3066" idx="0"/>
            </p:cNvCxnSpPr>
            <p:nvPr/>
          </p:nvCxnSpPr>
          <p:spPr>
            <a:xfrm>
              <a:off x="6659152" y="2252247"/>
              <a:ext cx="0" cy="462600"/>
            </a:xfrm>
            <a:prstGeom prst="straightConnector1">
              <a:avLst/>
            </a:prstGeom>
            <a:noFill/>
            <a:ln cap="flat" cmpd="sng" w="9525">
              <a:solidFill>
                <a:srgbClr val="4A7DBA"/>
              </a:solidFill>
              <a:prstDash val="solid"/>
              <a:round/>
              <a:headEnd len="sm" w="sm" type="none"/>
              <a:tailEnd len="med" w="med" type="triangle"/>
            </a:ln>
          </p:spPr>
        </p:cxnSp>
        <p:cxnSp>
          <p:nvCxnSpPr>
            <p:cNvPr id="3068" name="Google Shape;3068;p22"/>
            <p:cNvCxnSpPr>
              <a:stCxn id="3066" idx="2"/>
              <a:endCxn id="3065" idx="0"/>
            </p:cNvCxnSpPr>
            <p:nvPr/>
          </p:nvCxnSpPr>
          <p:spPr>
            <a:xfrm>
              <a:off x="6659151" y="3305965"/>
              <a:ext cx="0" cy="615000"/>
            </a:xfrm>
            <a:prstGeom prst="straightConnector1">
              <a:avLst/>
            </a:prstGeom>
            <a:noFill/>
            <a:ln cap="flat" cmpd="sng" w="9525">
              <a:solidFill>
                <a:srgbClr val="4A7DBA"/>
              </a:solidFill>
              <a:prstDash val="solid"/>
              <a:round/>
              <a:headEnd len="sm" w="sm" type="none"/>
              <a:tailEnd len="med" w="med" type="triangle"/>
            </a:ln>
          </p:spPr>
        </p:cxnSp>
        <p:pic>
          <p:nvPicPr>
            <p:cNvPr id="3069" name="Google Shape;3069;p22"/>
            <p:cNvPicPr preferRelativeResize="0"/>
            <p:nvPr/>
          </p:nvPicPr>
          <p:blipFill rotWithShape="1">
            <a:blip r:embed="rId7">
              <a:alphaModFix/>
            </a:blip>
            <a:srcRect b="0" l="0" r="0" t="0"/>
            <a:stretch/>
          </p:blipFill>
          <p:spPr>
            <a:xfrm>
              <a:off x="7467600" y="2960697"/>
              <a:ext cx="1335401" cy="190772"/>
            </a:xfrm>
            <a:prstGeom prst="rect">
              <a:avLst/>
            </a:prstGeom>
            <a:noFill/>
            <a:ln cap="flat" cmpd="sng" w="9525">
              <a:solidFill>
                <a:schemeClr val="accent1"/>
              </a:solidFill>
              <a:prstDash val="solid"/>
              <a:round/>
              <a:headEnd len="sm" w="sm" type="none"/>
              <a:tailEnd len="sm" w="sm" type="none"/>
            </a:ln>
          </p:spPr>
        </p:pic>
      </p:grpSp>
      <p:pic>
        <p:nvPicPr>
          <p:cNvPr id="3070" name="Google Shape;3070;p22"/>
          <p:cNvPicPr preferRelativeResize="0"/>
          <p:nvPr/>
        </p:nvPicPr>
        <p:blipFill rotWithShape="1">
          <a:blip r:embed="rId8">
            <a:alphaModFix/>
          </a:blip>
          <a:srcRect b="0" l="0" r="0" t="0"/>
          <a:stretch/>
        </p:blipFill>
        <p:spPr>
          <a:xfrm>
            <a:off x="3507282" y="3025783"/>
            <a:ext cx="2547338" cy="354433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4" name="Shape 3074"/>
        <p:cNvGrpSpPr/>
        <p:nvPr/>
      </p:nvGrpSpPr>
      <p:grpSpPr>
        <a:xfrm>
          <a:off x="0" y="0"/>
          <a:ext cx="0" cy="0"/>
          <a:chOff x="0" y="0"/>
          <a:chExt cx="0" cy="0"/>
        </a:xfrm>
      </p:grpSpPr>
      <p:sp>
        <p:nvSpPr>
          <p:cNvPr id="3075" name="Google Shape;3075;p2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t>Logistic Regression – Sample Linear Boundary</a:t>
            </a:r>
            <a:endParaRPr sz="2400"/>
          </a:p>
        </p:txBody>
      </p:sp>
      <p:sp>
        <p:nvSpPr>
          <p:cNvPr id="3076" name="Google Shape;3076;p23"/>
          <p:cNvSpPr txBox="1"/>
          <p:nvPr/>
        </p:nvSpPr>
        <p:spPr>
          <a:xfrm>
            <a:off x="533400" y="2294545"/>
            <a:ext cx="6457461" cy="4030055"/>
          </a:xfrm>
          <a:prstGeom prst="rect">
            <a:avLst/>
          </a:prstGeom>
          <a:blipFill rotWithShape="1">
            <a:blip r:embed="rId3">
              <a:alphaModFix/>
            </a:blip>
            <a:stretch>
              <a:fillRect b="0" l="-659" r="0" t="-2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077" name="Google Shape;3077;p23"/>
          <p:cNvSpPr txBox="1"/>
          <p:nvPr/>
        </p:nvSpPr>
        <p:spPr>
          <a:xfrm>
            <a:off x="533400" y="1812738"/>
            <a:ext cx="7116526" cy="329406"/>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At decision boundary output of logistic regression is 0.5</a:t>
            </a:r>
            <a:endParaRPr b="0" i="0" sz="1800" u="none" cap="none" strike="noStrike">
              <a:solidFill>
                <a:srgbClr val="000000"/>
              </a:solidFill>
              <a:latin typeface="Calibri"/>
              <a:ea typeface="Calibri"/>
              <a:cs typeface="Calibri"/>
              <a:sym typeface="Calibri"/>
            </a:endParaRPr>
          </a:p>
        </p:txBody>
      </p:sp>
      <p:grpSp>
        <p:nvGrpSpPr>
          <p:cNvPr id="3078" name="Google Shape;3078;p23"/>
          <p:cNvGrpSpPr/>
          <p:nvPr/>
        </p:nvGrpSpPr>
        <p:grpSpPr>
          <a:xfrm>
            <a:off x="1676400" y="3505200"/>
            <a:ext cx="2921195" cy="2100639"/>
            <a:chOff x="-128713" y="1825625"/>
            <a:chExt cx="7109901" cy="3860650"/>
          </a:xfrm>
        </p:grpSpPr>
        <p:cxnSp>
          <p:nvCxnSpPr>
            <p:cNvPr id="3079" name="Google Shape;3079;p23"/>
            <p:cNvCxnSpPr/>
            <p:nvPr/>
          </p:nvCxnSpPr>
          <p:spPr>
            <a:xfrm>
              <a:off x="1213434" y="1993507"/>
              <a:ext cx="0" cy="3460652"/>
            </a:xfrm>
            <a:prstGeom prst="straightConnector1">
              <a:avLst/>
            </a:prstGeom>
            <a:noFill/>
            <a:ln cap="flat" cmpd="sng" w="38100">
              <a:solidFill>
                <a:schemeClr val="dk1"/>
              </a:solidFill>
              <a:prstDash val="solid"/>
              <a:round/>
              <a:headEnd len="med" w="med" type="stealth"/>
              <a:tailEnd len="sm" w="sm" type="none"/>
            </a:ln>
          </p:spPr>
        </p:cxnSp>
        <p:cxnSp>
          <p:nvCxnSpPr>
            <p:cNvPr id="3080" name="Google Shape;3080;p23"/>
            <p:cNvCxnSpPr/>
            <p:nvPr/>
          </p:nvCxnSpPr>
          <p:spPr>
            <a:xfrm flipH="1" rot="10800000">
              <a:off x="960215" y="5053232"/>
              <a:ext cx="6020973" cy="1"/>
            </a:xfrm>
            <a:prstGeom prst="straightConnector1">
              <a:avLst/>
            </a:prstGeom>
            <a:noFill/>
            <a:ln cap="flat" cmpd="sng" w="38100">
              <a:solidFill>
                <a:schemeClr val="dk1"/>
              </a:solidFill>
              <a:prstDash val="solid"/>
              <a:round/>
              <a:headEnd len="sm" w="sm" type="none"/>
              <a:tailEnd len="med" w="med" type="stealth"/>
            </a:ln>
          </p:spPr>
        </p:cxnSp>
        <p:sp>
          <p:nvSpPr>
            <p:cNvPr id="3081" name="Google Shape;3081;p23"/>
            <p:cNvSpPr/>
            <p:nvPr/>
          </p:nvSpPr>
          <p:spPr>
            <a:xfrm>
              <a:off x="1990432" y="5177194"/>
              <a:ext cx="1349937" cy="5090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200"/>
                <a:buFont typeface="Tahoma"/>
                <a:buNone/>
              </a:pPr>
              <a:r>
                <a:rPr b="0" i="0" lang="en-US" sz="1200" u="none" cap="none" strike="noStrike">
                  <a:solidFill>
                    <a:srgbClr val="C00000"/>
                  </a:solidFill>
                  <a:latin typeface="Tahoma"/>
                  <a:ea typeface="Tahoma"/>
                  <a:cs typeface="Tahoma"/>
                  <a:sym typeface="Tahoma"/>
                </a:rPr>
                <a:t>CGPA</a:t>
              </a:r>
              <a:endParaRPr b="0" i="0" sz="1200" u="none" cap="none" strike="noStrike">
                <a:solidFill>
                  <a:srgbClr val="C00000"/>
                </a:solidFill>
                <a:latin typeface="Tahoma"/>
                <a:ea typeface="Tahoma"/>
                <a:cs typeface="Tahoma"/>
                <a:sym typeface="Tahoma"/>
              </a:endParaRPr>
            </a:p>
          </p:txBody>
        </p:sp>
        <p:sp>
          <p:nvSpPr>
            <p:cNvPr id="3082" name="Google Shape;3082;p23"/>
            <p:cNvSpPr/>
            <p:nvPr/>
          </p:nvSpPr>
          <p:spPr>
            <a:xfrm>
              <a:off x="-128713" y="3268422"/>
              <a:ext cx="921548" cy="565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IQ</a:t>
              </a:r>
              <a:endParaRPr b="0" i="0" sz="1400" u="none" cap="none" strike="noStrike">
                <a:solidFill>
                  <a:srgbClr val="C00000"/>
                </a:solidFill>
                <a:latin typeface="Tahoma"/>
                <a:ea typeface="Tahoma"/>
                <a:cs typeface="Tahoma"/>
                <a:sym typeface="Tahoma"/>
              </a:endParaRPr>
            </a:p>
          </p:txBody>
        </p:sp>
        <p:sp>
          <p:nvSpPr>
            <p:cNvPr id="3083" name="Google Shape;3083;p23"/>
            <p:cNvSpPr/>
            <p:nvPr/>
          </p:nvSpPr>
          <p:spPr>
            <a:xfrm>
              <a:off x="2343294" y="2234257"/>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sp>
          <p:nvSpPr>
            <p:cNvPr id="3084" name="Google Shape;3084;p23"/>
            <p:cNvSpPr/>
            <p:nvPr/>
          </p:nvSpPr>
          <p:spPr>
            <a:xfrm>
              <a:off x="2522477" y="4545501"/>
              <a:ext cx="422031" cy="372794"/>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3085" name="Google Shape;3085;p23"/>
            <p:cNvSpPr/>
            <p:nvPr/>
          </p:nvSpPr>
          <p:spPr>
            <a:xfrm>
              <a:off x="1599124" y="4350829"/>
              <a:ext cx="422031" cy="372794"/>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3086" name="Google Shape;3086;p23"/>
            <p:cNvSpPr/>
            <p:nvPr/>
          </p:nvSpPr>
          <p:spPr>
            <a:xfrm>
              <a:off x="3759685" y="2156885"/>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sp>
          <p:nvSpPr>
            <p:cNvPr id="3087" name="Google Shape;3087;p23"/>
            <p:cNvSpPr/>
            <p:nvPr/>
          </p:nvSpPr>
          <p:spPr>
            <a:xfrm>
              <a:off x="4390476" y="3153127"/>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sp>
          <p:nvSpPr>
            <p:cNvPr id="3088" name="Google Shape;3088;p23"/>
            <p:cNvSpPr/>
            <p:nvPr/>
          </p:nvSpPr>
          <p:spPr>
            <a:xfrm>
              <a:off x="3904957" y="3392624"/>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sp>
          <p:nvSpPr>
            <p:cNvPr id="3089" name="Google Shape;3089;p23"/>
            <p:cNvSpPr/>
            <p:nvPr/>
          </p:nvSpPr>
          <p:spPr>
            <a:xfrm>
              <a:off x="4592200" y="2468609"/>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sp>
          <p:nvSpPr>
            <p:cNvPr id="3090" name="Google Shape;3090;p23"/>
            <p:cNvSpPr/>
            <p:nvPr/>
          </p:nvSpPr>
          <p:spPr>
            <a:xfrm>
              <a:off x="1568400" y="3371997"/>
              <a:ext cx="422031" cy="372794"/>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3091" name="Google Shape;3091;p23"/>
            <p:cNvSpPr/>
            <p:nvPr/>
          </p:nvSpPr>
          <p:spPr>
            <a:xfrm>
              <a:off x="2163351" y="3760474"/>
              <a:ext cx="422031" cy="372794"/>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3092" name="Google Shape;3092;p23"/>
            <p:cNvSpPr/>
            <p:nvPr/>
          </p:nvSpPr>
          <p:spPr>
            <a:xfrm>
              <a:off x="3068110" y="3887227"/>
              <a:ext cx="422031" cy="372794"/>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3093" name="Google Shape;3093;p23"/>
            <p:cNvSpPr/>
            <p:nvPr/>
          </p:nvSpPr>
          <p:spPr>
            <a:xfrm>
              <a:off x="1239029" y="2607051"/>
              <a:ext cx="422031" cy="372794"/>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3094" name="Google Shape;3094;p23"/>
            <p:cNvSpPr/>
            <p:nvPr/>
          </p:nvSpPr>
          <p:spPr>
            <a:xfrm>
              <a:off x="3113842" y="2524122"/>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sp>
          <p:nvSpPr>
            <p:cNvPr id="3095" name="Google Shape;3095;p23"/>
            <p:cNvSpPr/>
            <p:nvPr/>
          </p:nvSpPr>
          <p:spPr>
            <a:xfrm>
              <a:off x="4820810" y="3995920"/>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sp>
          <p:nvSpPr>
            <p:cNvPr id="3096" name="Google Shape;3096;p23"/>
            <p:cNvSpPr/>
            <p:nvPr/>
          </p:nvSpPr>
          <p:spPr>
            <a:xfrm>
              <a:off x="2410207" y="3260860"/>
              <a:ext cx="422031" cy="372794"/>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3097" name="Google Shape;3097;p23"/>
            <p:cNvSpPr/>
            <p:nvPr/>
          </p:nvSpPr>
          <p:spPr>
            <a:xfrm>
              <a:off x="2964348" y="1825625"/>
              <a:ext cx="422031" cy="372794"/>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0000"/>
                </a:solidFill>
                <a:latin typeface="Calibri"/>
                <a:ea typeface="Calibri"/>
                <a:cs typeface="Calibri"/>
                <a:sym typeface="Calibri"/>
              </a:endParaRPr>
            </a:p>
          </p:txBody>
        </p:sp>
        <p:cxnSp>
          <p:nvCxnSpPr>
            <p:cNvPr id="3098" name="Google Shape;3098;p23"/>
            <p:cNvCxnSpPr/>
            <p:nvPr/>
          </p:nvCxnSpPr>
          <p:spPr>
            <a:xfrm>
              <a:off x="1480720" y="1993507"/>
              <a:ext cx="4023360" cy="3130061"/>
            </a:xfrm>
            <a:prstGeom prst="straightConnector1">
              <a:avLst/>
            </a:prstGeom>
            <a:noFill/>
            <a:ln cap="flat" cmpd="sng" w="38100">
              <a:solidFill>
                <a:srgbClr val="00B050"/>
              </a:solidFill>
              <a:prstDash val="dash"/>
              <a:round/>
              <a:headEnd len="sm" w="sm" type="none"/>
              <a:tailEnd len="sm" w="sm" type="none"/>
            </a:ln>
          </p:spPr>
        </p:cxnSp>
      </p:grpSp>
      <p:cxnSp>
        <p:nvCxnSpPr>
          <p:cNvPr id="3099" name="Google Shape;3099;p23"/>
          <p:cNvCxnSpPr/>
          <p:nvPr/>
        </p:nvCxnSpPr>
        <p:spPr>
          <a:xfrm flipH="1">
            <a:off x="3630725" y="4495800"/>
            <a:ext cx="1455137" cy="383402"/>
          </a:xfrm>
          <a:prstGeom prst="straightConnector1">
            <a:avLst/>
          </a:prstGeom>
          <a:noFill/>
          <a:ln cap="flat" cmpd="sng" w="28575">
            <a:solidFill>
              <a:schemeClr val="dk1"/>
            </a:solidFill>
            <a:prstDash val="solid"/>
            <a:round/>
            <a:headEnd len="sm" w="sm" type="none"/>
            <a:tailEnd len="med" w="med" type="triangle"/>
          </a:ln>
        </p:spPr>
      </p:cxnSp>
      <p:sp>
        <p:nvSpPr>
          <p:cNvPr id="3100" name="Google Shape;3100;p23"/>
          <p:cNvSpPr txBox="1"/>
          <p:nvPr/>
        </p:nvSpPr>
        <p:spPr>
          <a:xfrm>
            <a:off x="4857261" y="4114800"/>
            <a:ext cx="143777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Helvetica Neue"/>
              <a:buNone/>
            </a:pPr>
            <a:r>
              <a:rPr b="1" i="0" lang="en-US" sz="1200" u="none" cap="none" strike="noStrike">
                <a:solidFill>
                  <a:srgbClr val="000000"/>
                </a:solidFill>
                <a:latin typeface="Helvetica Neue"/>
                <a:ea typeface="Helvetica Neue"/>
                <a:cs typeface="Helvetica Neue"/>
                <a:sym typeface="Helvetica Neue"/>
              </a:rPr>
              <a:t>Decision boundary</a:t>
            </a:r>
            <a:endParaRPr b="1" i="0" sz="1200" u="none" cap="none" strike="noStrike">
              <a:solidFill>
                <a:srgbClr val="000000"/>
              </a:solidFill>
              <a:latin typeface="Helvetica Neue"/>
              <a:ea typeface="Helvetica Neue"/>
              <a:cs typeface="Helvetica Neue"/>
              <a:sym typeface="Helvetica Neue"/>
            </a:endParaRPr>
          </a:p>
        </p:txBody>
      </p:sp>
      <p:sp>
        <p:nvSpPr>
          <p:cNvPr id="3101" name="Google Shape;3101;p23"/>
          <p:cNvSpPr txBox="1"/>
          <p:nvPr/>
        </p:nvSpPr>
        <p:spPr>
          <a:xfrm>
            <a:off x="2054598" y="6289361"/>
            <a:ext cx="1676693" cy="2738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Tahoma"/>
                <a:ea typeface="Tahoma"/>
                <a:cs typeface="Tahoma"/>
                <a:sym typeface="Tahoma"/>
              </a:rPr>
              <a:t>Slide credit: Andrew Ng </a:t>
            </a:r>
            <a:endParaRPr b="0" i="0" sz="1100" u="none" cap="none" strike="noStrike">
              <a:solidFill>
                <a:srgbClr val="000000"/>
              </a:solidFill>
              <a:latin typeface="Tahoma"/>
              <a:ea typeface="Tahoma"/>
              <a:cs typeface="Tahoma"/>
              <a:sym typeface="Tahoma"/>
            </a:endParaRPr>
          </a:p>
        </p:txBody>
      </p:sp>
      <p:sp>
        <p:nvSpPr>
          <p:cNvPr id="3102" name="Google Shape;3102;p23"/>
          <p:cNvSpPr txBox="1"/>
          <p:nvPr/>
        </p:nvSpPr>
        <p:spPr>
          <a:xfrm>
            <a:off x="4738666" y="3263239"/>
            <a:ext cx="211727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C00000"/>
                </a:solidFill>
                <a:latin typeface="Tahoma"/>
                <a:ea typeface="Tahoma"/>
                <a:cs typeface="Tahoma"/>
                <a:sym typeface="Tahoma"/>
              </a:rPr>
              <a:t>Figure depicts sample data points</a:t>
            </a:r>
            <a:endParaRPr b="0" i="0" sz="1600" u="none" cap="none" strike="noStrike">
              <a:solidFill>
                <a:srgbClr val="C00000"/>
              </a:solidFill>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6" name="Shape 3106"/>
        <p:cNvGrpSpPr/>
        <p:nvPr/>
      </p:nvGrpSpPr>
      <p:grpSpPr>
        <a:xfrm>
          <a:off x="0" y="0"/>
          <a:ext cx="0" cy="0"/>
          <a:chOff x="0" y="0"/>
          <a:chExt cx="0" cy="0"/>
        </a:xfrm>
      </p:grpSpPr>
      <p:sp>
        <p:nvSpPr>
          <p:cNvPr id="3107" name="Google Shape;3107;p2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t>Logistic Regression – Sample Non-Linear Boundary</a:t>
            </a:r>
            <a:endParaRPr sz="2400"/>
          </a:p>
        </p:txBody>
      </p:sp>
      <p:sp>
        <p:nvSpPr>
          <p:cNvPr id="3108" name="Google Shape;3108;p24"/>
          <p:cNvSpPr txBox="1"/>
          <p:nvPr/>
        </p:nvSpPr>
        <p:spPr>
          <a:xfrm>
            <a:off x="2054598" y="6289361"/>
            <a:ext cx="1676693" cy="2738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Tahoma"/>
                <a:ea typeface="Tahoma"/>
                <a:cs typeface="Tahoma"/>
                <a:sym typeface="Tahoma"/>
              </a:rPr>
              <a:t>Slide credit: Andrew Ng </a:t>
            </a:r>
            <a:endParaRPr b="0" i="0" sz="1100" u="none" cap="none" strike="noStrike">
              <a:solidFill>
                <a:srgbClr val="000000"/>
              </a:solidFill>
              <a:latin typeface="Tahoma"/>
              <a:ea typeface="Tahoma"/>
              <a:cs typeface="Tahoma"/>
              <a:sym typeface="Tahoma"/>
            </a:endParaRPr>
          </a:p>
        </p:txBody>
      </p:sp>
      <p:pic>
        <p:nvPicPr>
          <p:cNvPr id="3109" name="Google Shape;3109;p24"/>
          <p:cNvPicPr preferRelativeResize="0"/>
          <p:nvPr/>
        </p:nvPicPr>
        <p:blipFill rotWithShape="1">
          <a:blip r:embed="rId3">
            <a:alphaModFix/>
          </a:blip>
          <a:srcRect b="0" l="0" r="0" t="0"/>
          <a:stretch/>
        </p:blipFill>
        <p:spPr>
          <a:xfrm>
            <a:off x="304800" y="1447800"/>
            <a:ext cx="7547238" cy="4325856"/>
          </a:xfrm>
          <a:prstGeom prst="rect">
            <a:avLst/>
          </a:prstGeom>
          <a:noFill/>
          <a:ln>
            <a:noFill/>
          </a:ln>
        </p:spPr>
      </p:pic>
      <p:sp>
        <p:nvSpPr>
          <p:cNvPr id="3110" name="Google Shape;3110;p24"/>
          <p:cNvSpPr txBox="1"/>
          <p:nvPr/>
        </p:nvSpPr>
        <p:spPr>
          <a:xfrm>
            <a:off x="2054598" y="3429000"/>
            <a:ext cx="211727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C00000"/>
                </a:solidFill>
                <a:latin typeface="Tahoma"/>
                <a:ea typeface="Tahoma"/>
                <a:cs typeface="Tahoma"/>
                <a:sym typeface="Tahoma"/>
              </a:rPr>
              <a:t>Figure depicts sample data points</a:t>
            </a:r>
            <a:endParaRPr b="0" i="0" sz="1600" u="none" cap="none" strike="noStrike">
              <a:solidFill>
                <a:srgbClr val="C00000"/>
              </a:solidFill>
              <a:latin typeface="Tahoma"/>
              <a:ea typeface="Tahoma"/>
              <a:cs typeface="Tahoma"/>
              <a:sym typeface="Tahoma"/>
            </a:endParaRPr>
          </a:p>
        </p:txBody>
      </p:sp>
      <p:sp>
        <p:nvSpPr>
          <p:cNvPr id="3111" name="Google Shape;3111;p24"/>
          <p:cNvSpPr/>
          <p:nvPr/>
        </p:nvSpPr>
        <p:spPr>
          <a:xfrm>
            <a:off x="2338305" y="2755649"/>
            <a:ext cx="55463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200"/>
              <a:buFont typeface="Tahoma"/>
              <a:buNone/>
            </a:pPr>
            <a:r>
              <a:rPr b="0" i="0" lang="en-US" sz="1200" u="none" cap="none" strike="noStrike">
                <a:solidFill>
                  <a:srgbClr val="C00000"/>
                </a:solidFill>
                <a:latin typeface="Tahoma"/>
                <a:ea typeface="Tahoma"/>
                <a:cs typeface="Tahoma"/>
                <a:sym typeface="Tahoma"/>
              </a:rPr>
              <a:t>CGPA</a:t>
            </a:r>
            <a:endParaRPr b="0" i="0" sz="1200" u="none" cap="none" strike="noStrike">
              <a:solidFill>
                <a:srgbClr val="C00000"/>
              </a:solidFill>
              <a:latin typeface="Tahoma"/>
              <a:ea typeface="Tahoma"/>
              <a:cs typeface="Tahoma"/>
              <a:sym typeface="Tahoma"/>
            </a:endParaRPr>
          </a:p>
        </p:txBody>
      </p:sp>
      <p:sp>
        <p:nvSpPr>
          <p:cNvPr id="3112" name="Google Shape;3112;p24"/>
          <p:cNvSpPr/>
          <p:nvPr/>
        </p:nvSpPr>
        <p:spPr>
          <a:xfrm>
            <a:off x="1295400" y="1304977"/>
            <a:ext cx="37863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IQ</a:t>
            </a:r>
            <a:endParaRPr b="0" i="0" sz="1400" u="none" cap="none" strike="noStrike">
              <a:solidFill>
                <a:srgbClr val="C00000"/>
              </a:solidFill>
              <a:latin typeface="Tahoma"/>
              <a:ea typeface="Tahoma"/>
              <a:cs typeface="Tahoma"/>
              <a:sym typeface="Tahoma"/>
            </a:endParaRPr>
          </a:p>
        </p:txBody>
      </p:sp>
      <p:sp>
        <p:nvSpPr>
          <p:cNvPr id="3113" name="Google Shape;3113;p24"/>
          <p:cNvSpPr/>
          <p:nvPr/>
        </p:nvSpPr>
        <p:spPr>
          <a:xfrm>
            <a:off x="2345174" y="4875348"/>
            <a:ext cx="55463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200"/>
              <a:buFont typeface="Tahoma"/>
              <a:buNone/>
            </a:pPr>
            <a:r>
              <a:rPr b="0" i="0" lang="en-US" sz="1200" u="none" cap="none" strike="noStrike">
                <a:solidFill>
                  <a:srgbClr val="C00000"/>
                </a:solidFill>
                <a:latin typeface="Tahoma"/>
                <a:ea typeface="Tahoma"/>
                <a:cs typeface="Tahoma"/>
                <a:sym typeface="Tahoma"/>
              </a:rPr>
              <a:t>CGPA</a:t>
            </a:r>
            <a:endParaRPr b="0" i="0" sz="1200" u="none" cap="none" strike="noStrike">
              <a:solidFill>
                <a:srgbClr val="C00000"/>
              </a:solidFill>
              <a:latin typeface="Tahoma"/>
              <a:ea typeface="Tahoma"/>
              <a:cs typeface="Tahoma"/>
              <a:sym typeface="Tahoma"/>
            </a:endParaRPr>
          </a:p>
        </p:txBody>
      </p:sp>
      <p:sp>
        <p:nvSpPr>
          <p:cNvPr id="3114" name="Google Shape;3114;p24"/>
          <p:cNvSpPr/>
          <p:nvPr/>
        </p:nvSpPr>
        <p:spPr>
          <a:xfrm>
            <a:off x="1295400" y="5712023"/>
            <a:ext cx="37863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IQ</a:t>
            </a:r>
            <a:endParaRPr b="0" i="0" sz="1400" u="none" cap="none" strike="noStrike">
              <a:solidFill>
                <a:srgbClr val="C00000"/>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8" name="Shape 3118"/>
        <p:cNvGrpSpPr/>
        <p:nvPr/>
      </p:nvGrpSpPr>
      <p:grpSpPr>
        <a:xfrm>
          <a:off x="0" y="0"/>
          <a:ext cx="0" cy="0"/>
          <a:chOff x="0" y="0"/>
          <a:chExt cx="0" cy="0"/>
        </a:xfrm>
      </p:grpSpPr>
      <p:sp>
        <p:nvSpPr>
          <p:cNvPr id="3119" name="Google Shape;3119;p2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Learning model parameters</a:t>
            </a:r>
            <a:endParaRPr b="1" sz="2400">
              <a:latin typeface="Arial"/>
              <a:ea typeface="Arial"/>
              <a:cs typeface="Arial"/>
              <a:sym typeface="Arial"/>
            </a:endParaRPr>
          </a:p>
        </p:txBody>
      </p:sp>
      <p:sp>
        <p:nvSpPr>
          <p:cNvPr id="3120" name="Google Shape;3120;p2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p>
            <a:pPr indent="-257175" lvl="0" marL="257175" rtl="0" algn="l">
              <a:lnSpc>
                <a:spcPct val="100000"/>
              </a:lnSpc>
              <a:spcBef>
                <a:spcPts val="0"/>
              </a:spcBef>
              <a:spcAft>
                <a:spcPts val="0"/>
              </a:spcAft>
              <a:buClr>
                <a:srgbClr val="000000"/>
              </a:buClr>
              <a:buSzPts val="1800"/>
              <a:buChar char="•"/>
            </a:pPr>
            <a:r>
              <a:rPr lang="en-US">
                <a:solidFill>
                  <a:srgbClr val="000000"/>
                </a:solidFill>
                <a:latin typeface="Arial"/>
                <a:ea typeface="Arial"/>
                <a:cs typeface="Arial"/>
                <a:sym typeface="Arial"/>
              </a:rPr>
              <a:t>Training set: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latin typeface="Arial"/>
              <a:ea typeface="Arial"/>
              <a:cs typeface="Arial"/>
              <a:sym typeface="Arial"/>
            </a:endParaRPr>
          </a:p>
          <a:p>
            <a:pPr indent="-257175" lvl="0" marL="257175" rtl="0" algn="l">
              <a:lnSpc>
                <a:spcPct val="100000"/>
              </a:lnSpc>
              <a:spcBef>
                <a:spcPts val="360"/>
              </a:spcBef>
              <a:spcAft>
                <a:spcPts val="0"/>
              </a:spcAft>
              <a:buClr>
                <a:srgbClr val="000000"/>
              </a:buClr>
              <a:buSzPts val="1800"/>
              <a:buChar char="•"/>
            </a:pPr>
            <a:r>
              <a:rPr lang="en-US">
                <a:solidFill>
                  <a:srgbClr val="000000"/>
                </a:solidFill>
                <a:latin typeface="Arial"/>
                <a:ea typeface="Arial"/>
                <a:cs typeface="Arial"/>
                <a:sym typeface="Arial"/>
              </a:rPr>
              <a:t>m examples</a:t>
            </a:r>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257175" lvl="0" marL="257175" rtl="0" algn="l">
              <a:lnSpc>
                <a:spcPct val="100000"/>
              </a:lnSpc>
              <a:spcBef>
                <a:spcPts val="360"/>
              </a:spcBef>
              <a:spcAft>
                <a:spcPts val="0"/>
              </a:spcAft>
              <a:buClr>
                <a:srgbClr val="FF0000"/>
              </a:buClr>
              <a:buSzPts val="1800"/>
              <a:buChar char="•"/>
            </a:pPr>
            <a:r>
              <a:rPr b="1" lang="en-US">
                <a:solidFill>
                  <a:srgbClr val="FF0000"/>
                </a:solidFill>
                <a:latin typeface="Arial"/>
                <a:ea typeface="Arial"/>
                <a:cs typeface="Arial"/>
                <a:sym typeface="Arial"/>
              </a:rPr>
              <a:t>How to choose parameters (feature weights)    ?</a:t>
            </a:r>
            <a:endParaRPr/>
          </a:p>
          <a:p>
            <a:pPr indent="-142875" lvl="0" marL="257175" rtl="0" algn="l">
              <a:lnSpc>
                <a:spcPct val="100000"/>
              </a:lnSpc>
              <a:spcBef>
                <a:spcPts val="360"/>
              </a:spcBef>
              <a:spcAft>
                <a:spcPts val="0"/>
              </a:spcAft>
              <a:buClr>
                <a:schemeClr val="dk1"/>
              </a:buClr>
              <a:buSzPts val="1800"/>
              <a:buNone/>
            </a:pPr>
            <a:r>
              <a:t/>
            </a:r>
            <a:endParaRPr>
              <a:solidFill>
                <a:srgbClr val="000000"/>
              </a:solidFill>
              <a:latin typeface="Arial"/>
              <a:ea typeface="Arial"/>
              <a:cs typeface="Arial"/>
              <a:sym typeface="Arial"/>
            </a:endParaRPr>
          </a:p>
          <a:p>
            <a:pPr indent="-142875" lvl="0" marL="257175" rtl="0" algn="l">
              <a:lnSpc>
                <a:spcPct val="100000"/>
              </a:lnSpc>
              <a:spcBef>
                <a:spcPts val="360"/>
              </a:spcBef>
              <a:spcAft>
                <a:spcPts val="0"/>
              </a:spcAft>
              <a:buClr>
                <a:schemeClr val="dk1"/>
              </a:buClr>
              <a:buSzPts val="1800"/>
              <a:buNone/>
            </a:pPr>
            <a:r>
              <a:t/>
            </a:r>
            <a:endParaRPr>
              <a:latin typeface="Arial"/>
              <a:ea typeface="Arial"/>
              <a:cs typeface="Arial"/>
              <a:sym typeface="Arial"/>
            </a:endParaRPr>
          </a:p>
        </p:txBody>
      </p:sp>
      <p:sp>
        <p:nvSpPr>
          <p:cNvPr id="3121" name="Google Shape;3121;p2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solidFill>
                  <a:srgbClr val="000000"/>
                </a:solidFill>
              </a:rPr>
              <a:t>‹#›</a:t>
            </a:fld>
            <a:endParaRPr>
              <a:solidFill>
                <a:srgbClr val="000000"/>
              </a:solidFill>
            </a:endParaRPr>
          </a:p>
        </p:txBody>
      </p:sp>
      <p:pic>
        <p:nvPicPr>
          <p:cNvPr id="3122" name="Google Shape;3122;p25"/>
          <p:cNvPicPr preferRelativeResize="0"/>
          <p:nvPr/>
        </p:nvPicPr>
        <p:blipFill rotWithShape="1">
          <a:blip r:embed="rId3">
            <a:alphaModFix/>
          </a:blip>
          <a:srcRect b="0" l="0" r="0" t="0"/>
          <a:stretch/>
        </p:blipFill>
        <p:spPr>
          <a:xfrm>
            <a:off x="2298829" y="2057401"/>
            <a:ext cx="4037648" cy="272606"/>
          </a:xfrm>
          <a:prstGeom prst="rect">
            <a:avLst/>
          </a:prstGeom>
          <a:noFill/>
          <a:ln>
            <a:noFill/>
          </a:ln>
        </p:spPr>
      </p:pic>
      <p:pic>
        <p:nvPicPr>
          <p:cNvPr id="3123" name="Google Shape;3123;p25"/>
          <p:cNvPicPr preferRelativeResize="0"/>
          <p:nvPr/>
        </p:nvPicPr>
        <p:blipFill rotWithShape="1">
          <a:blip r:embed="rId4">
            <a:alphaModFix/>
          </a:blip>
          <a:srcRect b="0" l="0" r="0" t="0"/>
          <a:stretch/>
        </p:blipFill>
        <p:spPr>
          <a:xfrm>
            <a:off x="2298830" y="2538031"/>
            <a:ext cx="1124712" cy="1092137"/>
          </a:xfrm>
          <a:prstGeom prst="rect">
            <a:avLst/>
          </a:prstGeom>
          <a:noFill/>
          <a:ln>
            <a:noFill/>
          </a:ln>
        </p:spPr>
      </p:pic>
      <p:pic>
        <p:nvPicPr>
          <p:cNvPr id="3124" name="Google Shape;3124;p25"/>
          <p:cNvPicPr preferRelativeResize="0"/>
          <p:nvPr/>
        </p:nvPicPr>
        <p:blipFill rotWithShape="1">
          <a:blip r:embed="rId5">
            <a:alphaModFix/>
          </a:blip>
          <a:srcRect b="0" l="0" r="0" t="0"/>
          <a:stretch/>
        </p:blipFill>
        <p:spPr>
          <a:xfrm>
            <a:off x="4046381" y="2767424"/>
            <a:ext cx="1683639" cy="229743"/>
          </a:xfrm>
          <a:prstGeom prst="rect">
            <a:avLst/>
          </a:prstGeom>
          <a:noFill/>
          <a:ln>
            <a:noFill/>
          </a:ln>
        </p:spPr>
      </p:pic>
      <p:pic>
        <p:nvPicPr>
          <p:cNvPr id="3125" name="Google Shape;3125;p25"/>
          <p:cNvPicPr preferRelativeResize="0"/>
          <p:nvPr/>
        </p:nvPicPr>
        <p:blipFill rotWithShape="1">
          <a:blip r:embed="rId6">
            <a:alphaModFix/>
          </a:blip>
          <a:srcRect b="0" l="0" r="0" t="0"/>
          <a:stretch/>
        </p:blipFill>
        <p:spPr>
          <a:xfrm>
            <a:off x="1760477" y="4291807"/>
            <a:ext cx="2201418" cy="5863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9" name="Shape 3129"/>
        <p:cNvGrpSpPr/>
        <p:nvPr/>
      </p:nvGrpSpPr>
      <p:grpSpPr>
        <a:xfrm>
          <a:off x="0" y="0"/>
          <a:ext cx="0" cy="0"/>
          <a:chOff x="0" y="0"/>
          <a:chExt cx="0" cy="0"/>
        </a:xfrm>
      </p:grpSpPr>
      <p:sp>
        <p:nvSpPr>
          <p:cNvPr id="3130" name="Google Shape;3130;p26"/>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Arial"/>
                <a:ea typeface="Arial"/>
                <a:cs typeface="Arial"/>
                <a:sym typeface="Arial"/>
              </a:rPr>
              <a:t>Notion of Cost Function </a:t>
            </a:r>
            <a:br>
              <a:rPr b="1" i="0" lang="en-US" sz="3200" u="none" cap="none" strike="noStrike">
                <a:solidFill>
                  <a:srgbClr val="C00000"/>
                </a:solidFill>
                <a:latin typeface="Arial"/>
                <a:ea typeface="Arial"/>
                <a:cs typeface="Arial"/>
                <a:sym typeface="Arial"/>
              </a:rPr>
            </a:br>
            <a:r>
              <a:rPr b="1" i="0" lang="en-US" sz="3200" u="none" cap="none" strike="noStrike">
                <a:solidFill>
                  <a:srgbClr val="C00000"/>
                </a:solidFill>
                <a:latin typeface="Arial"/>
                <a:ea typeface="Arial"/>
                <a:cs typeface="Arial"/>
                <a:sym typeface="Arial"/>
              </a:rPr>
              <a:t>in </a:t>
            </a:r>
            <a:br>
              <a:rPr b="1" i="0" lang="en-US" sz="3200" u="none" cap="none" strike="noStrike">
                <a:solidFill>
                  <a:srgbClr val="C00000"/>
                </a:solidFill>
                <a:latin typeface="Arial"/>
                <a:ea typeface="Arial"/>
                <a:cs typeface="Arial"/>
                <a:sym typeface="Arial"/>
              </a:rPr>
            </a:br>
            <a:r>
              <a:rPr b="1" i="0" lang="en-US" sz="3200" u="none" cap="none" strike="noStrike">
                <a:solidFill>
                  <a:srgbClr val="C00000"/>
                </a:solidFill>
                <a:latin typeface="Arial"/>
                <a:ea typeface="Arial"/>
                <a:cs typeface="Arial"/>
                <a:sym typeface="Arial"/>
              </a:rPr>
              <a:t>Classification</a:t>
            </a:r>
            <a:endParaRPr b="1" i="0" sz="3200" u="none" cap="none" strike="noStrike">
              <a:solidFill>
                <a:srgbClr val="C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4" name="Shape 3134"/>
        <p:cNvGrpSpPr/>
        <p:nvPr/>
      </p:nvGrpSpPr>
      <p:grpSpPr>
        <a:xfrm>
          <a:off x="0" y="0"/>
          <a:ext cx="0" cy="0"/>
          <a:chOff x="0" y="0"/>
          <a:chExt cx="0" cy="0"/>
        </a:xfrm>
      </p:grpSpPr>
      <p:sp>
        <p:nvSpPr>
          <p:cNvPr id="3135" name="Google Shape;3135;p2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t>Logistic Regression</a:t>
            </a:r>
            <a:endParaRPr sz="2400"/>
          </a:p>
        </p:txBody>
      </p:sp>
      <p:sp>
        <p:nvSpPr>
          <p:cNvPr id="3136" name="Google Shape;3136;p27"/>
          <p:cNvSpPr txBox="1"/>
          <p:nvPr/>
        </p:nvSpPr>
        <p:spPr>
          <a:xfrm>
            <a:off x="473117" y="1587043"/>
            <a:ext cx="2119703" cy="3693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Training set:</a:t>
            </a:r>
            <a:endParaRPr b="0" i="0" sz="1400" u="none" cap="none" strike="noStrike">
              <a:solidFill>
                <a:srgbClr val="000000"/>
              </a:solidFill>
              <a:latin typeface="Arial"/>
              <a:ea typeface="Arial"/>
              <a:cs typeface="Arial"/>
              <a:sym typeface="Arial"/>
            </a:endParaRPr>
          </a:p>
        </p:txBody>
      </p:sp>
      <p:sp>
        <p:nvSpPr>
          <p:cNvPr id="3137" name="Google Shape;3137;p27"/>
          <p:cNvSpPr txBox="1"/>
          <p:nvPr/>
        </p:nvSpPr>
        <p:spPr>
          <a:xfrm>
            <a:off x="488357" y="1956375"/>
            <a:ext cx="7086600" cy="3693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How to choose parameters (feature weights)?</a:t>
            </a:r>
            <a:endParaRPr b="0" i="0" sz="1800" u="none" cap="none" strike="noStrike">
              <a:solidFill>
                <a:srgbClr val="000000"/>
              </a:solidFill>
              <a:latin typeface="Calibri"/>
              <a:ea typeface="Calibri"/>
              <a:cs typeface="Calibri"/>
              <a:sym typeface="Calibri"/>
            </a:endParaRPr>
          </a:p>
        </p:txBody>
      </p:sp>
      <p:pic>
        <p:nvPicPr>
          <p:cNvPr id="3138" name="Google Shape;3138;p27"/>
          <p:cNvPicPr preferRelativeResize="0"/>
          <p:nvPr/>
        </p:nvPicPr>
        <p:blipFill rotWithShape="1">
          <a:blip r:embed="rId3">
            <a:alphaModFix/>
          </a:blip>
          <a:srcRect b="0" l="0" r="0" t="0"/>
          <a:stretch/>
        </p:blipFill>
        <p:spPr>
          <a:xfrm>
            <a:off x="5181600" y="2073395"/>
            <a:ext cx="169353" cy="139477"/>
          </a:xfrm>
          <a:prstGeom prst="rect">
            <a:avLst/>
          </a:prstGeom>
          <a:noFill/>
          <a:ln>
            <a:noFill/>
          </a:ln>
        </p:spPr>
      </p:pic>
      <p:pic>
        <p:nvPicPr>
          <p:cNvPr id="3139" name="Google Shape;3139;p27"/>
          <p:cNvPicPr preferRelativeResize="0"/>
          <p:nvPr/>
        </p:nvPicPr>
        <p:blipFill rotWithShape="1">
          <a:blip r:embed="rId4">
            <a:alphaModFix/>
          </a:blip>
          <a:srcRect b="0" l="0" r="0" t="0"/>
          <a:stretch/>
        </p:blipFill>
        <p:spPr>
          <a:xfrm>
            <a:off x="2160269" y="1587043"/>
            <a:ext cx="4070469" cy="221769"/>
          </a:xfrm>
          <a:prstGeom prst="rect">
            <a:avLst/>
          </a:prstGeom>
          <a:noFill/>
          <a:ln>
            <a:noFill/>
          </a:ln>
        </p:spPr>
      </p:pic>
      <p:cxnSp>
        <p:nvCxnSpPr>
          <p:cNvPr id="3140" name="Google Shape;3140;p27"/>
          <p:cNvCxnSpPr/>
          <p:nvPr/>
        </p:nvCxnSpPr>
        <p:spPr>
          <a:xfrm rot="10800000">
            <a:off x="762000" y="2667000"/>
            <a:ext cx="0" cy="2168626"/>
          </a:xfrm>
          <a:prstGeom prst="straightConnector1">
            <a:avLst/>
          </a:prstGeom>
          <a:noFill/>
          <a:ln cap="flat" cmpd="sng" w="38100">
            <a:solidFill>
              <a:schemeClr val="dk1"/>
            </a:solidFill>
            <a:prstDash val="solid"/>
            <a:round/>
            <a:headEnd len="sm" w="sm" type="none"/>
            <a:tailEnd len="med" w="med" type="stealth"/>
          </a:ln>
        </p:spPr>
      </p:cxnSp>
      <p:cxnSp>
        <p:nvCxnSpPr>
          <p:cNvPr id="3141" name="Google Shape;3141;p27"/>
          <p:cNvCxnSpPr/>
          <p:nvPr/>
        </p:nvCxnSpPr>
        <p:spPr>
          <a:xfrm>
            <a:off x="533401" y="4595241"/>
            <a:ext cx="3200399" cy="0"/>
          </a:xfrm>
          <a:prstGeom prst="straightConnector1">
            <a:avLst/>
          </a:prstGeom>
          <a:noFill/>
          <a:ln cap="flat" cmpd="sng" w="38100">
            <a:solidFill>
              <a:schemeClr val="dk1"/>
            </a:solidFill>
            <a:prstDash val="solid"/>
            <a:round/>
            <a:headEnd len="sm" w="sm" type="none"/>
            <a:tailEnd len="med" w="med" type="stealth"/>
          </a:ln>
        </p:spPr>
      </p:cxnSp>
      <p:pic>
        <p:nvPicPr>
          <p:cNvPr id="3142" name="Google Shape;3142;p27"/>
          <p:cNvPicPr preferRelativeResize="0"/>
          <p:nvPr/>
        </p:nvPicPr>
        <p:blipFill rotWithShape="1">
          <a:blip r:embed="rId3">
            <a:alphaModFix/>
          </a:blip>
          <a:srcRect b="0" l="0" r="0" t="0"/>
          <a:stretch/>
        </p:blipFill>
        <p:spPr>
          <a:xfrm>
            <a:off x="1905001" y="4692396"/>
            <a:ext cx="153619" cy="260604"/>
          </a:xfrm>
          <a:prstGeom prst="rect">
            <a:avLst/>
          </a:prstGeom>
          <a:noFill/>
          <a:ln>
            <a:noFill/>
          </a:ln>
        </p:spPr>
      </p:pic>
      <p:pic>
        <p:nvPicPr>
          <p:cNvPr id="3143" name="Google Shape;3143;p27"/>
          <p:cNvPicPr preferRelativeResize="0"/>
          <p:nvPr/>
        </p:nvPicPr>
        <p:blipFill rotWithShape="1">
          <a:blip r:embed="rId5">
            <a:alphaModFix/>
          </a:blip>
          <a:srcRect b="0" l="0" r="0" t="0"/>
          <a:stretch/>
        </p:blipFill>
        <p:spPr>
          <a:xfrm>
            <a:off x="3335083" y="2758271"/>
            <a:ext cx="427939" cy="245059"/>
          </a:xfrm>
          <a:prstGeom prst="rect">
            <a:avLst/>
          </a:prstGeom>
          <a:noFill/>
          <a:ln>
            <a:noFill/>
          </a:ln>
        </p:spPr>
      </p:pic>
      <p:sp>
        <p:nvSpPr>
          <p:cNvPr id="3144" name="Google Shape;3144;p27"/>
          <p:cNvSpPr txBox="1"/>
          <p:nvPr/>
        </p:nvSpPr>
        <p:spPr>
          <a:xfrm>
            <a:off x="1447800" y="2590800"/>
            <a:ext cx="21100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“non-convex”</a:t>
            </a:r>
            <a:endParaRPr b="0" i="0" sz="1400" u="none" cap="none" strike="noStrike">
              <a:solidFill>
                <a:srgbClr val="000000"/>
              </a:solidFill>
              <a:latin typeface="Arial"/>
              <a:ea typeface="Arial"/>
              <a:cs typeface="Arial"/>
              <a:sym typeface="Arial"/>
            </a:endParaRPr>
          </a:p>
        </p:txBody>
      </p:sp>
      <p:cxnSp>
        <p:nvCxnSpPr>
          <p:cNvPr id="3145" name="Google Shape;3145;p27"/>
          <p:cNvCxnSpPr/>
          <p:nvPr/>
        </p:nvCxnSpPr>
        <p:spPr>
          <a:xfrm rot="10800000">
            <a:off x="5105400" y="2667000"/>
            <a:ext cx="0" cy="2168626"/>
          </a:xfrm>
          <a:prstGeom prst="straightConnector1">
            <a:avLst/>
          </a:prstGeom>
          <a:noFill/>
          <a:ln cap="flat" cmpd="sng" w="38100">
            <a:solidFill>
              <a:schemeClr val="dk1"/>
            </a:solidFill>
            <a:prstDash val="solid"/>
            <a:round/>
            <a:headEnd len="sm" w="sm" type="none"/>
            <a:tailEnd len="med" w="med" type="stealth"/>
          </a:ln>
        </p:spPr>
      </p:cxnSp>
      <p:cxnSp>
        <p:nvCxnSpPr>
          <p:cNvPr id="3146" name="Google Shape;3146;p27"/>
          <p:cNvCxnSpPr/>
          <p:nvPr/>
        </p:nvCxnSpPr>
        <p:spPr>
          <a:xfrm>
            <a:off x="4876801" y="4595241"/>
            <a:ext cx="3200399" cy="0"/>
          </a:xfrm>
          <a:prstGeom prst="straightConnector1">
            <a:avLst/>
          </a:prstGeom>
          <a:noFill/>
          <a:ln cap="flat" cmpd="sng" w="38100">
            <a:solidFill>
              <a:schemeClr val="dk1"/>
            </a:solidFill>
            <a:prstDash val="solid"/>
            <a:round/>
            <a:headEnd len="sm" w="sm" type="none"/>
            <a:tailEnd len="med" w="med" type="stealth"/>
          </a:ln>
        </p:spPr>
      </p:cxnSp>
      <p:pic>
        <p:nvPicPr>
          <p:cNvPr id="3147" name="Google Shape;3147;p27"/>
          <p:cNvPicPr preferRelativeResize="0"/>
          <p:nvPr/>
        </p:nvPicPr>
        <p:blipFill rotWithShape="1">
          <a:blip r:embed="rId3">
            <a:alphaModFix/>
          </a:blip>
          <a:srcRect b="0" l="0" r="0" t="0"/>
          <a:stretch/>
        </p:blipFill>
        <p:spPr>
          <a:xfrm>
            <a:off x="6248401" y="4692396"/>
            <a:ext cx="153619" cy="260604"/>
          </a:xfrm>
          <a:prstGeom prst="rect">
            <a:avLst/>
          </a:prstGeom>
          <a:noFill/>
          <a:ln>
            <a:noFill/>
          </a:ln>
        </p:spPr>
      </p:pic>
      <p:pic>
        <p:nvPicPr>
          <p:cNvPr id="3148" name="Google Shape;3148;p27"/>
          <p:cNvPicPr preferRelativeResize="0"/>
          <p:nvPr/>
        </p:nvPicPr>
        <p:blipFill rotWithShape="1">
          <a:blip r:embed="rId5">
            <a:alphaModFix/>
          </a:blip>
          <a:srcRect b="0" l="0" r="0" t="0"/>
          <a:stretch/>
        </p:blipFill>
        <p:spPr>
          <a:xfrm>
            <a:off x="7649261" y="2895603"/>
            <a:ext cx="427939" cy="245059"/>
          </a:xfrm>
          <a:prstGeom prst="rect">
            <a:avLst/>
          </a:prstGeom>
          <a:noFill/>
          <a:ln>
            <a:noFill/>
          </a:ln>
        </p:spPr>
      </p:pic>
      <p:sp>
        <p:nvSpPr>
          <p:cNvPr id="3149" name="Google Shape;3149;p27"/>
          <p:cNvSpPr txBox="1"/>
          <p:nvPr/>
        </p:nvSpPr>
        <p:spPr>
          <a:xfrm>
            <a:off x="5943601" y="2590800"/>
            <a:ext cx="130727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“convex”</a:t>
            </a:r>
            <a:endParaRPr b="0" i="0" sz="1400" u="none" cap="none" strike="noStrike">
              <a:solidFill>
                <a:srgbClr val="000000"/>
              </a:solidFill>
              <a:latin typeface="Arial"/>
              <a:ea typeface="Arial"/>
              <a:cs typeface="Arial"/>
              <a:sym typeface="Arial"/>
            </a:endParaRPr>
          </a:p>
        </p:txBody>
      </p:sp>
      <p:sp>
        <p:nvSpPr>
          <p:cNvPr id="3150" name="Google Shape;3150;p27"/>
          <p:cNvSpPr/>
          <p:nvPr/>
        </p:nvSpPr>
        <p:spPr>
          <a:xfrm>
            <a:off x="956725" y="3003327"/>
            <a:ext cx="3005666" cy="1334389"/>
          </a:xfrm>
          <a:custGeom>
            <a:rect b="b" l="l" r="r" t="t"/>
            <a:pathLst>
              <a:path extrusionOk="0" h="1050700" w="3005666">
                <a:moveTo>
                  <a:pt x="0" y="215192"/>
                </a:moveTo>
                <a:cubicBezTo>
                  <a:pt x="131108" y="138992"/>
                  <a:pt x="262217" y="62792"/>
                  <a:pt x="336176" y="94169"/>
                </a:cubicBezTo>
                <a:cubicBezTo>
                  <a:pt x="410135" y="125546"/>
                  <a:pt x="376518" y="378798"/>
                  <a:pt x="443753" y="403451"/>
                </a:cubicBezTo>
                <a:cubicBezTo>
                  <a:pt x="510988" y="428104"/>
                  <a:pt x="674594" y="174851"/>
                  <a:pt x="739588" y="242086"/>
                </a:cubicBezTo>
                <a:cubicBezTo>
                  <a:pt x="804582" y="309321"/>
                  <a:pt x="770964" y="748592"/>
                  <a:pt x="833717" y="806863"/>
                </a:cubicBezTo>
                <a:cubicBezTo>
                  <a:pt x="896470" y="865134"/>
                  <a:pt x="981634" y="551369"/>
                  <a:pt x="1116105" y="591710"/>
                </a:cubicBezTo>
                <a:cubicBezTo>
                  <a:pt x="1250576" y="632051"/>
                  <a:pt x="1503829" y="1082528"/>
                  <a:pt x="1640541" y="1048910"/>
                </a:cubicBezTo>
                <a:cubicBezTo>
                  <a:pt x="1777253" y="1015292"/>
                  <a:pt x="1828800" y="459481"/>
                  <a:pt x="1936376" y="390004"/>
                </a:cubicBezTo>
                <a:cubicBezTo>
                  <a:pt x="2043953" y="320528"/>
                  <a:pt x="2167218" y="672392"/>
                  <a:pt x="2286000" y="632051"/>
                </a:cubicBezTo>
                <a:cubicBezTo>
                  <a:pt x="2404782" y="591710"/>
                  <a:pt x="2588558" y="242086"/>
                  <a:pt x="2649070" y="147957"/>
                </a:cubicBezTo>
                <a:cubicBezTo>
                  <a:pt x="2709582" y="53828"/>
                  <a:pt x="2651311" y="76239"/>
                  <a:pt x="2649070" y="67274"/>
                </a:cubicBezTo>
                <a:cubicBezTo>
                  <a:pt x="2646829" y="58309"/>
                  <a:pt x="2633382" y="87445"/>
                  <a:pt x="2635623" y="94169"/>
                </a:cubicBezTo>
                <a:cubicBezTo>
                  <a:pt x="2637864" y="100893"/>
                  <a:pt x="2662517" y="107616"/>
                  <a:pt x="2662517" y="107616"/>
                </a:cubicBezTo>
                <a:cubicBezTo>
                  <a:pt x="2671482" y="112098"/>
                  <a:pt x="2649070" y="109857"/>
                  <a:pt x="2689411" y="121063"/>
                </a:cubicBezTo>
                <a:cubicBezTo>
                  <a:pt x="2729752" y="132269"/>
                  <a:pt x="2853017" y="190539"/>
                  <a:pt x="2904564" y="174851"/>
                </a:cubicBezTo>
                <a:cubicBezTo>
                  <a:pt x="2956111" y="159163"/>
                  <a:pt x="2983006" y="56068"/>
                  <a:pt x="2998694" y="26933"/>
                </a:cubicBezTo>
                <a:cubicBezTo>
                  <a:pt x="3014382" y="-2202"/>
                  <a:pt x="2998694" y="39"/>
                  <a:pt x="2998694" y="39"/>
                </a:cubicBezTo>
                <a:lnTo>
                  <a:pt x="2998694" y="39"/>
                </a:lnTo>
              </a:path>
            </a:pathLst>
          </a:cu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51" name="Google Shape;3151;p27"/>
          <p:cNvSpPr/>
          <p:nvPr/>
        </p:nvSpPr>
        <p:spPr>
          <a:xfrm>
            <a:off x="5329518" y="3281082"/>
            <a:ext cx="2649070" cy="1129662"/>
          </a:xfrm>
          <a:custGeom>
            <a:rect b="b" l="l" r="r" t="t"/>
            <a:pathLst>
              <a:path extrusionOk="0" h="1129662" w="2649070">
                <a:moveTo>
                  <a:pt x="0" y="0"/>
                </a:moveTo>
                <a:cubicBezTo>
                  <a:pt x="424702" y="560294"/>
                  <a:pt x="849405" y="1120588"/>
                  <a:pt x="1290917" y="1129553"/>
                </a:cubicBezTo>
                <a:cubicBezTo>
                  <a:pt x="1732429" y="1138518"/>
                  <a:pt x="2190749" y="596153"/>
                  <a:pt x="2649070" y="53789"/>
                </a:cubicBezTo>
              </a:path>
            </a:pathLst>
          </a:cu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5" name="Shape 3155"/>
        <p:cNvGrpSpPr/>
        <p:nvPr/>
      </p:nvGrpSpPr>
      <p:grpSpPr>
        <a:xfrm>
          <a:off x="0" y="0"/>
          <a:ext cx="0" cy="0"/>
          <a:chOff x="0" y="0"/>
          <a:chExt cx="0" cy="0"/>
        </a:xfrm>
      </p:grpSpPr>
      <p:sp>
        <p:nvSpPr>
          <p:cNvPr id="3156" name="Google Shape;3156;p28"/>
          <p:cNvSpPr/>
          <p:nvPr/>
        </p:nvSpPr>
        <p:spPr>
          <a:xfrm>
            <a:off x="4114800" y="2762250"/>
            <a:ext cx="5029200" cy="3238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57" name="Google Shape;3157;p28"/>
          <p:cNvSpPr txBox="1"/>
          <p:nvPr/>
        </p:nvSpPr>
        <p:spPr>
          <a:xfrm>
            <a:off x="0" y="854362"/>
            <a:ext cx="77724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1" i="0" lang="en-US" sz="2400" u="none" cap="none" strike="noStrike">
                <a:solidFill>
                  <a:srgbClr val="000000"/>
                </a:solidFill>
                <a:latin typeface="Tahoma"/>
                <a:ea typeface="Tahoma"/>
                <a:cs typeface="Tahoma"/>
                <a:sym typeface="Tahoma"/>
              </a:rPr>
              <a:t>Logistic regression cost function (cross entropy)</a:t>
            </a:r>
            <a:endParaRPr b="0" i="0" sz="1400" u="none" cap="none" strike="noStrike">
              <a:solidFill>
                <a:srgbClr val="000000"/>
              </a:solidFill>
              <a:latin typeface="Arial"/>
              <a:ea typeface="Arial"/>
              <a:cs typeface="Arial"/>
              <a:sym typeface="Arial"/>
            </a:endParaRPr>
          </a:p>
        </p:txBody>
      </p:sp>
      <p:pic>
        <p:nvPicPr>
          <p:cNvPr id="3158" name="Google Shape;3158;p28"/>
          <p:cNvPicPr preferRelativeResize="0"/>
          <p:nvPr/>
        </p:nvPicPr>
        <p:blipFill rotWithShape="1">
          <a:blip r:embed="rId3">
            <a:alphaModFix/>
          </a:blip>
          <a:srcRect b="0" l="0" r="0" t="0"/>
          <a:stretch/>
        </p:blipFill>
        <p:spPr>
          <a:xfrm>
            <a:off x="3535680" y="1843609"/>
            <a:ext cx="4572000" cy="554602"/>
          </a:xfrm>
          <a:prstGeom prst="rect">
            <a:avLst/>
          </a:prstGeom>
          <a:noFill/>
          <a:ln>
            <a:noFill/>
          </a:ln>
        </p:spPr>
      </p:pic>
      <p:cxnSp>
        <p:nvCxnSpPr>
          <p:cNvPr id="3159" name="Google Shape;3159;p28"/>
          <p:cNvCxnSpPr/>
          <p:nvPr/>
        </p:nvCxnSpPr>
        <p:spPr>
          <a:xfrm rot="10800000">
            <a:off x="1066801" y="3581402"/>
            <a:ext cx="1979" cy="2025979"/>
          </a:xfrm>
          <a:prstGeom prst="straightConnector1">
            <a:avLst/>
          </a:prstGeom>
          <a:noFill/>
          <a:ln cap="flat" cmpd="sng" w="38100">
            <a:solidFill>
              <a:schemeClr val="dk1"/>
            </a:solidFill>
            <a:prstDash val="solid"/>
            <a:round/>
            <a:headEnd len="sm" w="sm" type="none"/>
            <a:tailEnd len="med" w="med" type="stealth"/>
          </a:ln>
        </p:spPr>
      </p:cxnSp>
      <p:cxnSp>
        <p:nvCxnSpPr>
          <p:cNvPr id="3160" name="Google Shape;3160;p28"/>
          <p:cNvCxnSpPr/>
          <p:nvPr/>
        </p:nvCxnSpPr>
        <p:spPr>
          <a:xfrm>
            <a:off x="838201" y="5509641"/>
            <a:ext cx="3200399" cy="0"/>
          </a:xfrm>
          <a:prstGeom prst="straightConnector1">
            <a:avLst/>
          </a:prstGeom>
          <a:noFill/>
          <a:ln cap="flat" cmpd="sng" w="38100">
            <a:solidFill>
              <a:schemeClr val="dk1"/>
            </a:solidFill>
            <a:prstDash val="solid"/>
            <a:round/>
            <a:headEnd len="sm" w="sm" type="none"/>
            <a:tailEnd len="med" w="med" type="stealth"/>
          </a:ln>
        </p:spPr>
      </p:cxnSp>
      <p:pic>
        <p:nvPicPr>
          <p:cNvPr id="3161" name="Google Shape;3161;p28"/>
          <p:cNvPicPr preferRelativeResize="0"/>
          <p:nvPr/>
        </p:nvPicPr>
        <p:blipFill rotWithShape="1">
          <a:blip r:embed="rId4">
            <a:alphaModFix/>
          </a:blip>
          <a:srcRect b="0" l="0" r="0" t="0"/>
          <a:stretch/>
        </p:blipFill>
        <p:spPr>
          <a:xfrm>
            <a:off x="2057400" y="5576012"/>
            <a:ext cx="814730" cy="367589"/>
          </a:xfrm>
          <a:prstGeom prst="rect">
            <a:avLst/>
          </a:prstGeom>
          <a:noFill/>
          <a:ln>
            <a:noFill/>
          </a:ln>
        </p:spPr>
      </p:pic>
      <p:sp>
        <p:nvSpPr>
          <p:cNvPr id="3162" name="Google Shape;3162;p28"/>
          <p:cNvSpPr txBox="1"/>
          <p:nvPr/>
        </p:nvSpPr>
        <p:spPr>
          <a:xfrm>
            <a:off x="1448809" y="3023955"/>
            <a:ext cx="179066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Arial"/>
              <a:buNone/>
            </a:pPr>
            <a:r>
              <a:rPr b="0" i="0" lang="en-US" sz="1400" u="none" cap="none" strike="noStrike">
                <a:solidFill>
                  <a:srgbClr val="0070C0"/>
                </a:solidFill>
                <a:latin typeface="Arial"/>
                <a:ea typeface="Arial"/>
                <a:cs typeface="Arial"/>
                <a:sym typeface="Arial"/>
              </a:rPr>
              <a:t>If y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70C0"/>
              </a:buClr>
              <a:buSzPts val="1400"/>
              <a:buFont typeface="Arial"/>
              <a:buNone/>
            </a:pPr>
            <a:r>
              <a:rPr b="0" i="0" lang="en-US" sz="1400" u="none" cap="none" strike="noStrike">
                <a:solidFill>
                  <a:srgbClr val="0070C0"/>
                </a:solidFill>
                <a:latin typeface="Arial"/>
                <a:ea typeface="Arial"/>
                <a:cs typeface="Arial"/>
                <a:sym typeface="Arial"/>
              </a:rPr>
              <a:t>ie.,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70C0"/>
              </a:buClr>
              <a:buSzPts val="1400"/>
              <a:buFont typeface="Arial"/>
              <a:buNone/>
            </a:pPr>
            <a:r>
              <a:rPr b="0" i="0" lang="en-US" sz="1400" u="none" cap="none" strike="noStrike">
                <a:solidFill>
                  <a:srgbClr val="0070C0"/>
                </a:solidFill>
                <a:latin typeface="Arial"/>
                <a:ea typeface="Arial"/>
                <a:cs typeface="Arial"/>
                <a:sym typeface="Arial"/>
              </a:rPr>
              <a:t>Actual Value Job Offered = 1</a:t>
            </a:r>
            <a:endParaRPr b="0" i="0" sz="1400" u="none" cap="none" strike="noStrike">
              <a:solidFill>
                <a:srgbClr val="0070C0"/>
              </a:solidFill>
              <a:latin typeface="Arial"/>
              <a:ea typeface="Arial"/>
              <a:cs typeface="Arial"/>
              <a:sym typeface="Arial"/>
            </a:endParaRPr>
          </a:p>
        </p:txBody>
      </p:sp>
      <p:cxnSp>
        <p:nvCxnSpPr>
          <p:cNvPr id="3163" name="Google Shape;3163;p28"/>
          <p:cNvCxnSpPr/>
          <p:nvPr/>
        </p:nvCxnSpPr>
        <p:spPr>
          <a:xfrm>
            <a:off x="3657600" y="5410200"/>
            <a:ext cx="0" cy="228600"/>
          </a:xfrm>
          <a:prstGeom prst="straightConnector1">
            <a:avLst/>
          </a:prstGeom>
          <a:noFill/>
          <a:ln cap="flat" cmpd="sng" w="31750">
            <a:solidFill>
              <a:srgbClr val="0C0C0C"/>
            </a:solidFill>
            <a:prstDash val="solid"/>
            <a:round/>
            <a:headEnd len="sm" w="sm" type="none"/>
            <a:tailEnd len="sm" w="sm" type="none"/>
          </a:ln>
        </p:spPr>
      </p:cxnSp>
      <p:sp>
        <p:nvSpPr>
          <p:cNvPr id="3164" name="Google Shape;3164;p28"/>
          <p:cNvSpPr txBox="1"/>
          <p:nvPr/>
        </p:nvSpPr>
        <p:spPr>
          <a:xfrm>
            <a:off x="3505200" y="5586350"/>
            <a:ext cx="381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1</a:t>
            </a:r>
            <a:endParaRPr b="0" i="0" sz="1400" u="none" cap="none" strike="noStrike">
              <a:solidFill>
                <a:srgbClr val="000000"/>
              </a:solidFill>
              <a:latin typeface="Arial"/>
              <a:ea typeface="Arial"/>
              <a:cs typeface="Arial"/>
              <a:sym typeface="Arial"/>
            </a:endParaRPr>
          </a:p>
        </p:txBody>
      </p:sp>
      <p:sp>
        <p:nvSpPr>
          <p:cNvPr id="3165" name="Google Shape;3165;p28"/>
          <p:cNvSpPr txBox="1"/>
          <p:nvPr/>
        </p:nvSpPr>
        <p:spPr>
          <a:xfrm>
            <a:off x="914400" y="5550518"/>
            <a:ext cx="381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0</a:t>
            </a:r>
            <a:endParaRPr b="0" i="0" sz="1400" u="none" cap="none" strike="noStrike">
              <a:solidFill>
                <a:srgbClr val="000000"/>
              </a:solidFill>
              <a:latin typeface="Arial"/>
              <a:ea typeface="Arial"/>
              <a:cs typeface="Arial"/>
              <a:sym typeface="Arial"/>
            </a:endParaRPr>
          </a:p>
        </p:txBody>
      </p:sp>
      <p:pic>
        <p:nvPicPr>
          <p:cNvPr id="3166" name="Google Shape;3166;p28"/>
          <p:cNvPicPr preferRelativeResize="0"/>
          <p:nvPr/>
        </p:nvPicPr>
        <p:blipFill rotWithShape="1">
          <a:blip r:embed="rId5">
            <a:alphaModFix/>
          </a:blip>
          <a:srcRect b="0" l="0" r="0" t="0"/>
          <a:stretch/>
        </p:blipFill>
        <p:spPr>
          <a:xfrm>
            <a:off x="4476750" y="3809645"/>
            <a:ext cx="3638551" cy="1714855"/>
          </a:xfrm>
          <a:prstGeom prst="rect">
            <a:avLst/>
          </a:prstGeom>
          <a:noFill/>
          <a:ln>
            <a:noFill/>
          </a:ln>
        </p:spPr>
      </p:pic>
      <p:sp>
        <p:nvSpPr>
          <p:cNvPr id="3167" name="Google Shape;3167;p28"/>
          <p:cNvSpPr/>
          <p:nvPr/>
        </p:nvSpPr>
        <p:spPr>
          <a:xfrm>
            <a:off x="1276350" y="3543300"/>
            <a:ext cx="2400300" cy="1924050"/>
          </a:xfrm>
          <a:custGeom>
            <a:rect b="b" l="l" r="r" t="t"/>
            <a:pathLst>
              <a:path extrusionOk="0" h="1924050" w="2400300">
                <a:moveTo>
                  <a:pt x="0" y="0"/>
                </a:moveTo>
                <a:cubicBezTo>
                  <a:pt x="100012" y="587375"/>
                  <a:pt x="200025" y="1174750"/>
                  <a:pt x="600075" y="1495425"/>
                </a:cubicBezTo>
                <a:cubicBezTo>
                  <a:pt x="1000125" y="1816100"/>
                  <a:pt x="2111375" y="1897063"/>
                  <a:pt x="2400300" y="1924050"/>
                </a:cubicBezTo>
              </a:path>
            </a:pathLst>
          </a:cu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68" name="Google Shape;3168;p28"/>
          <p:cNvSpPr txBox="1"/>
          <p:nvPr/>
        </p:nvSpPr>
        <p:spPr>
          <a:xfrm>
            <a:off x="374694" y="4063033"/>
            <a:ext cx="6858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Cost</a:t>
            </a:r>
            <a:endParaRPr b="0" i="0" sz="1400" u="none" cap="none" strike="noStrike">
              <a:solidFill>
                <a:srgbClr val="000000"/>
              </a:solidFill>
              <a:latin typeface="Arial"/>
              <a:ea typeface="Arial"/>
              <a:cs typeface="Arial"/>
              <a:sym typeface="Arial"/>
            </a:endParaRPr>
          </a:p>
        </p:txBody>
      </p:sp>
      <p:sp>
        <p:nvSpPr>
          <p:cNvPr id="3169" name="Google Shape;3169;p28"/>
          <p:cNvSpPr txBox="1"/>
          <p:nvPr/>
        </p:nvSpPr>
        <p:spPr>
          <a:xfrm>
            <a:off x="3967181" y="5576012"/>
            <a:ext cx="179066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Predicted Value</a:t>
            </a:r>
            <a:endParaRPr b="0"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Job Offered = 1</a:t>
            </a:r>
            <a:endParaRPr b="0" i="0" sz="1400" u="none" cap="none" strike="noStrike">
              <a:solidFill>
                <a:srgbClr val="C00000"/>
              </a:solidFill>
              <a:latin typeface="Arial"/>
              <a:ea typeface="Arial"/>
              <a:cs typeface="Arial"/>
              <a:sym typeface="Arial"/>
            </a:endParaRPr>
          </a:p>
        </p:txBody>
      </p:sp>
      <p:sp>
        <p:nvSpPr>
          <p:cNvPr id="3170" name="Google Shape;3170;p28"/>
          <p:cNvSpPr txBox="1"/>
          <p:nvPr/>
        </p:nvSpPr>
        <p:spPr>
          <a:xfrm>
            <a:off x="-114262" y="5723299"/>
            <a:ext cx="179066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Predicted Value</a:t>
            </a:r>
            <a:endParaRPr b="0"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Job Offered = 0</a:t>
            </a:r>
            <a:endParaRPr b="0" i="0" sz="1400" u="none" cap="none" strike="noStrike">
              <a:solidFill>
                <a:srgbClr val="C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4" name="Shape 3174"/>
        <p:cNvGrpSpPr/>
        <p:nvPr/>
      </p:nvGrpSpPr>
      <p:grpSpPr>
        <a:xfrm>
          <a:off x="0" y="0"/>
          <a:ext cx="0" cy="0"/>
          <a:chOff x="0" y="0"/>
          <a:chExt cx="0" cy="0"/>
        </a:xfrm>
      </p:grpSpPr>
      <p:sp>
        <p:nvSpPr>
          <p:cNvPr id="3175" name="Google Shape;3175;p29"/>
          <p:cNvSpPr txBox="1"/>
          <p:nvPr/>
        </p:nvSpPr>
        <p:spPr>
          <a:xfrm>
            <a:off x="9526" y="763251"/>
            <a:ext cx="54102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1" i="0" lang="en-US" sz="2400" u="none" cap="none" strike="noStrike">
                <a:solidFill>
                  <a:srgbClr val="000000"/>
                </a:solidFill>
                <a:latin typeface="Tahoma"/>
                <a:ea typeface="Tahoma"/>
                <a:cs typeface="Tahoma"/>
                <a:sym typeface="Tahoma"/>
              </a:rPr>
              <a:t>Logistic regression cost function</a:t>
            </a:r>
            <a:endParaRPr b="0" i="0" sz="1400" u="none" cap="none" strike="noStrike">
              <a:solidFill>
                <a:srgbClr val="000000"/>
              </a:solidFill>
              <a:latin typeface="Arial"/>
              <a:ea typeface="Arial"/>
              <a:cs typeface="Arial"/>
              <a:sym typeface="Arial"/>
            </a:endParaRPr>
          </a:p>
        </p:txBody>
      </p:sp>
      <p:cxnSp>
        <p:nvCxnSpPr>
          <p:cNvPr id="3176" name="Google Shape;3176;p29"/>
          <p:cNvCxnSpPr/>
          <p:nvPr/>
        </p:nvCxnSpPr>
        <p:spPr>
          <a:xfrm rot="10800000">
            <a:off x="1068779" y="3124200"/>
            <a:ext cx="2" cy="2483182"/>
          </a:xfrm>
          <a:prstGeom prst="straightConnector1">
            <a:avLst/>
          </a:prstGeom>
          <a:noFill/>
          <a:ln cap="flat" cmpd="sng" w="38100">
            <a:solidFill>
              <a:schemeClr val="dk1"/>
            </a:solidFill>
            <a:prstDash val="solid"/>
            <a:round/>
            <a:headEnd len="sm" w="sm" type="none"/>
            <a:tailEnd len="med" w="med" type="stealth"/>
          </a:ln>
        </p:spPr>
      </p:cxnSp>
      <p:cxnSp>
        <p:nvCxnSpPr>
          <p:cNvPr id="3177" name="Google Shape;3177;p29"/>
          <p:cNvCxnSpPr/>
          <p:nvPr/>
        </p:nvCxnSpPr>
        <p:spPr>
          <a:xfrm>
            <a:off x="838201" y="5509641"/>
            <a:ext cx="3200399" cy="0"/>
          </a:xfrm>
          <a:prstGeom prst="straightConnector1">
            <a:avLst/>
          </a:prstGeom>
          <a:noFill/>
          <a:ln cap="flat" cmpd="sng" w="38100">
            <a:solidFill>
              <a:schemeClr val="dk1"/>
            </a:solidFill>
            <a:prstDash val="solid"/>
            <a:round/>
            <a:headEnd len="sm" w="sm" type="none"/>
            <a:tailEnd len="med" w="med" type="stealth"/>
          </a:ln>
        </p:spPr>
      </p:cxnSp>
      <p:pic>
        <p:nvPicPr>
          <p:cNvPr id="3178" name="Google Shape;3178;p29"/>
          <p:cNvPicPr preferRelativeResize="0"/>
          <p:nvPr/>
        </p:nvPicPr>
        <p:blipFill rotWithShape="1">
          <a:blip r:embed="rId3">
            <a:alphaModFix/>
          </a:blip>
          <a:srcRect b="0" l="0" r="0" t="0"/>
          <a:stretch/>
        </p:blipFill>
        <p:spPr>
          <a:xfrm>
            <a:off x="2057400" y="5576012"/>
            <a:ext cx="814730" cy="367589"/>
          </a:xfrm>
          <a:prstGeom prst="rect">
            <a:avLst/>
          </a:prstGeom>
          <a:noFill/>
          <a:ln>
            <a:noFill/>
          </a:ln>
        </p:spPr>
      </p:pic>
      <p:cxnSp>
        <p:nvCxnSpPr>
          <p:cNvPr id="3179" name="Google Shape;3179;p29"/>
          <p:cNvCxnSpPr/>
          <p:nvPr/>
        </p:nvCxnSpPr>
        <p:spPr>
          <a:xfrm>
            <a:off x="3768718" y="5436218"/>
            <a:ext cx="0" cy="228600"/>
          </a:xfrm>
          <a:prstGeom prst="straightConnector1">
            <a:avLst/>
          </a:prstGeom>
          <a:noFill/>
          <a:ln cap="flat" cmpd="sng" w="31750">
            <a:solidFill>
              <a:srgbClr val="0C0C0C"/>
            </a:solidFill>
            <a:prstDash val="solid"/>
            <a:round/>
            <a:headEnd len="sm" w="sm" type="none"/>
            <a:tailEnd len="sm" w="sm" type="none"/>
          </a:ln>
        </p:spPr>
      </p:cxnSp>
      <p:sp>
        <p:nvSpPr>
          <p:cNvPr id="3180" name="Google Shape;3180;p29"/>
          <p:cNvSpPr txBox="1"/>
          <p:nvPr/>
        </p:nvSpPr>
        <p:spPr>
          <a:xfrm>
            <a:off x="3648075" y="5605047"/>
            <a:ext cx="381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1</a:t>
            </a:r>
            <a:endParaRPr b="0" i="0" sz="1400" u="none" cap="none" strike="noStrike">
              <a:solidFill>
                <a:srgbClr val="000000"/>
              </a:solidFill>
              <a:latin typeface="Arial"/>
              <a:ea typeface="Arial"/>
              <a:cs typeface="Arial"/>
              <a:sym typeface="Arial"/>
            </a:endParaRPr>
          </a:p>
        </p:txBody>
      </p:sp>
      <p:sp>
        <p:nvSpPr>
          <p:cNvPr id="3181" name="Google Shape;3181;p29"/>
          <p:cNvSpPr txBox="1"/>
          <p:nvPr/>
        </p:nvSpPr>
        <p:spPr>
          <a:xfrm>
            <a:off x="914400" y="5550518"/>
            <a:ext cx="381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0</a:t>
            </a:r>
            <a:endParaRPr b="0" i="0" sz="1400" u="none" cap="none" strike="noStrike">
              <a:solidFill>
                <a:srgbClr val="000000"/>
              </a:solidFill>
              <a:latin typeface="Arial"/>
              <a:ea typeface="Arial"/>
              <a:cs typeface="Arial"/>
              <a:sym typeface="Arial"/>
            </a:endParaRPr>
          </a:p>
        </p:txBody>
      </p:sp>
      <p:pic>
        <p:nvPicPr>
          <p:cNvPr id="3182" name="Google Shape;3182;p29"/>
          <p:cNvPicPr preferRelativeResize="0"/>
          <p:nvPr/>
        </p:nvPicPr>
        <p:blipFill rotWithShape="1">
          <a:blip r:embed="rId4">
            <a:alphaModFix/>
          </a:blip>
          <a:srcRect b="0" l="0" r="0" t="0"/>
          <a:stretch/>
        </p:blipFill>
        <p:spPr>
          <a:xfrm>
            <a:off x="3581400" y="1810703"/>
            <a:ext cx="4774121" cy="579120"/>
          </a:xfrm>
          <a:prstGeom prst="rect">
            <a:avLst/>
          </a:prstGeom>
          <a:noFill/>
          <a:ln>
            <a:noFill/>
          </a:ln>
        </p:spPr>
      </p:pic>
      <p:sp>
        <p:nvSpPr>
          <p:cNvPr id="3183" name="Google Shape;3183;p29"/>
          <p:cNvSpPr/>
          <p:nvPr/>
        </p:nvSpPr>
        <p:spPr>
          <a:xfrm>
            <a:off x="1068780" y="3305175"/>
            <a:ext cx="2579296" cy="2204466"/>
          </a:xfrm>
          <a:custGeom>
            <a:rect b="b" l="l" r="r" t="t"/>
            <a:pathLst>
              <a:path extrusionOk="0" h="2152650" w="2524125">
                <a:moveTo>
                  <a:pt x="2524125" y="0"/>
                </a:moveTo>
                <a:cubicBezTo>
                  <a:pt x="2396331" y="644525"/>
                  <a:pt x="2268538" y="1289050"/>
                  <a:pt x="1847850" y="1647825"/>
                </a:cubicBezTo>
                <a:cubicBezTo>
                  <a:pt x="1427162" y="2006600"/>
                  <a:pt x="713581" y="2079625"/>
                  <a:pt x="0" y="2152650"/>
                </a:cubicBezTo>
              </a:path>
            </a:pathLst>
          </a:cu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cxnSp>
        <p:nvCxnSpPr>
          <p:cNvPr id="3184" name="Google Shape;3184;p29"/>
          <p:cNvCxnSpPr/>
          <p:nvPr/>
        </p:nvCxnSpPr>
        <p:spPr>
          <a:xfrm rot="5400000">
            <a:off x="2590089" y="4400006"/>
            <a:ext cx="2361600" cy="4500"/>
          </a:xfrm>
          <a:prstGeom prst="bentConnector3">
            <a:avLst>
              <a:gd fmla="val 50002" name="adj1"/>
            </a:avLst>
          </a:prstGeom>
          <a:noFill/>
          <a:ln cap="flat" cmpd="sng" w="9525">
            <a:solidFill>
              <a:srgbClr val="FF0000"/>
            </a:solidFill>
            <a:prstDash val="dash"/>
            <a:round/>
            <a:headEnd len="sm" w="sm" type="none"/>
            <a:tailEnd len="sm" w="sm" type="none"/>
          </a:ln>
        </p:spPr>
      </p:cxnSp>
      <p:sp>
        <p:nvSpPr>
          <p:cNvPr id="3185" name="Google Shape;3185;p29"/>
          <p:cNvSpPr txBox="1"/>
          <p:nvPr/>
        </p:nvSpPr>
        <p:spPr>
          <a:xfrm>
            <a:off x="374694" y="4063033"/>
            <a:ext cx="6858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Cost</a:t>
            </a:r>
            <a:endParaRPr b="0" i="0" sz="1400" u="none" cap="none" strike="noStrike">
              <a:solidFill>
                <a:srgbClr val="000000"/>
              </a:solidFill>
              <a:latin typeface="Arial"/>
              <a:ea typeface="Arial"/>
              <a:cs typeface="Arial"/>
              <a:sym typeface="Arial"/>
            </a:endParaRPr>
          </a:p>
        </p:txBody>
      </p:sp>
      <p:sp>
        <p:nvSpPr>
          <p:cNvPr id="3186" name="Google Shape;3186;p29"/>
          <p:cNvSpPr txBox="1"/>
          <p:nvPr/>
        </p:nvSpPr>
        <p:spPr>
          <a:xfrm>
            <a:off x="4953000" y="3581400"/>
            <a:ext cx="29718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Cost=0; If y=0 and h</a:t>
            </a:r>
            <a:r>
              <a:rPr b="0" baseline="-25000" i="0" lang="en-US" sz="1200" u="none" cap="none" strike="noStrike">
                <a:solidFill>
                  <a:srgbClr val="000000"/>
                </a:solidFill>
                <a:latin typeface="Tahoma"/>
                <a:ea typeface="Tahoma"/>
                <a:cs typeface="Tahoma"/>
                <a:sym typeface="Tahoma"/>
              </a:rPr>
              <a:t>Ꝋ</a:t>
            </a:r>
            <a:r>
              <a:rPr b="0" i="0" lang="en-US" sz="1600" u="none" cap="none" strike="noStrike">
                <a:solidFill>
                  <a:srgbClr val="000000"/>
                </a:solidFill>
                <a:latin typeface="Tahoma"/>
                <a:ea typeface="Tahoma"/>
                <a:cs typeface="Tahoma"/>
                <a:sym typeface="Tahoma"/>
              </a:rPr>
              <a:t>(x)=0</a:t>
            </a:r>
            <a:endParaRPr b="0" i="0" sz="1400" u="none" cap="none" strike="noStrike">
              <a:solidFill>
                <a:srgbClr val="000000"/>
              </a:solidFill>
              <a:latin typeface="Arial"/>
              <a:ea typeface="Arial"/>
              <a:cs typeface="Arial"/>
              <a:sym typeface="Arial"/>
            </a:endParaRPr>
          </a:p>
        </p:txBody>
      </p:sp>
      <p:sp>
        <p:nvSpPr>
          <p:cNvPr id="3187" name="Google Shape;3187;p29"/>
          <p:cNvSpPr txBox="1"/>
          <p:nvPr/>
        </p:nvSpPr>
        <p:spPr>
          <a:xfrm>
            <a:off x="1463097" y="2829907"/>
            <a:ext cx="179066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Arial"/>
              <a:buNone/>
            </a:pPr>
            <a:r>
              <a:rPr b="0" i="0" lang="en-US" sz="1400" u="none" cap="none" strike="noStrike">
                <a:solidFill>
                  <a:srgbClr val="0070C0"/>
                </a:solidFill>
                <a:latin typeface="Arial"/>
                <a:ea typeface="Arial"/>
                <a:cs typeface="Arial"/>
                <a:sym typeface="Arial"/>
              </a:rPr>
              <a:t>If y = 0</a:t>
            </a:r>
            <a:endParaRPr b="0" i="0" sz="1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70C0"/>
              </a:buClr>
              <a:buSzPts val="1400"/>
              <a:buFont typeface="Arial"/>
              <a:buNone/>
            </a:pPr>
            <a:r>
              <a:rPr b="0" i="0" lang="en-US" sz="1400" u="none" cap="none" strike="noStrike">
                <a:solidFill>
                  <a:srgbClr val="0070C0"/>
                </a:solidFill>
                <a:latin typeface="Arial"/>
                <a:ea typeface="Arial"/>
                <a:cs typeface="Arial"/>
                <a:sym typeface="Arial"/>
              </a:rPr>
              <a:t>ie.,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70C0"/>
              </a:buClr>
              <a:buSzPts val="1400"/>
              <a:buFont typeface="Arial"/>
              <a:buNone/>
            </a:pPr>
            <a:r>
              <a:rPr b="0" i="0" lang="en-US" sz="1400" u="none" cap="none" strike="noStrike">
                <a:solidFill>
                  <a:srgbClr val="0070C0"/>
                </a:solidFill>
                <a:latin typeface="Arial"/>
                <a:ea typeface="Arial"/>
                <a:cs typeface="Arial"/>
                <a:sym typeface="Arial"/>
              </a:rPr>
              <a:t>Actual Value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70C0"/>
              </a:buClr>
              <a:buSzPts val="1400"/>
              <a:buFont typeface="Arial"/>
              <a:buNone/>
            </a:pPr>
            <a:r>
              <a:rPr b="0" i="0" lang="en-US" sz="1400" u="none" cap="none" strike="noStrike">
                <a:solidFill>
                  <a:srgbClr val="0070C0"/>
                </a:solidFill>
                <a:latin typeface="Arial"/>
                <a:ea typeface="Arial"/>
                <a:cs typeface="Arial"/>
                <a:sym typeface="Arial"/>
              </a:rPr>
              <a:t>Job Offered = 0</a:t>
            </a:r>
            <a:endParaRPr b="0" i="0" sz="1400" u="none" cap="none" strike="noStrike">
              <a:solidFill>
                <a:srgbClr val="0070C0"/>
              </a:solidFill>
              <a:latin typeface="Arial"/>
              <a:ea typeface="Arial"/>
              <a:cs typeface="Arial"/>
              <a:sym typeface="Arial"/>
            </a:endParaRPr>
          </a:p>
        </p:txBody>
      </p:sp>
      <p:sp>
        <p:nvSpPr>
          <p:cNvPr id="3188" name="Google Shape;3188;p29"/>
          <p:cNvSpPr txBox="1"/>
          <p:nvPr/>
        </p:nvSpPr>
        <p:spPr>
          <a:xfrm>
            <a:off x="4024312" y="5420381"/>
            <a:ext cx="179066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Predicted Value</a:t>
            </a:r>
            <a:endParaRPr b="0"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Job Offered = 1</a:t>
            </a:r>
            <a:endParaRPr b="0" i="0" sz="1400" u="none" cap="none" strike="noStrike">
              <a:solidFill>
                <a:srgbClr val="C00000"/>
              </a:solidFill>
              <a:latin typeface="Arial"/>
              <a:ea typeface="Arial"/>
              <a:cs typeface="Arial"/>
              <a:sym typeface="Arial"/>
            </a:endParaRPr>
          </a:p>
        </p:txBody>
      </p:sp>
      <p:sp>
        <p:nvSpPr>
          <p:cNvPr id="3189" name="Google Shape;3189;p29"/>
          <p:cNvSpPr txBox="1"/>
          <p:nvPr/>
        </p:nvSpPr>
        <p:spPr>
          <a:xfrm>
            <a:off x="-114262" y="5723299"/>
            <a:ext cx="179066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Predicted Value</a:t>
            </a:r>
            <a:endParaRPr b="0"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Job Offered = 0</a:t>
            </a:r>
            <a:endParaRPr b="0" i="0" sz="1400" u="none" cap="none" strike="noStrike">
              <a:solidFill>
                <a:srgbClr val="C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3" name="Shape 3193"/>
        <p:cNvGrpSpPr/>
        <p:nvPr/>
      </p:nvGrpSpPr>
      <p:grpSpPr>
        <a:xfrm>
          <a:off x="0" y="0"/>
          <a:ext cx="0" cy="0"/>
          <a:chOff x="0" y="0"/>
          <a:chExt cx="0" cy="0"/>
        </a:xfrm>
      </p:grpSpPr>
      <p:sp>
        <p:nvSpPr>
          <p:cNvPr id="3194" name="Google Shape;3194;p30"/>
          <p:cNvSpPr txBox="1"/>
          <p:nvPr/>
        </p:nvSpPr>
        <p:spPr>
          <a:xfrm>
            <a:off x="403261" y="4992752"/>
            <a:ext cx="5410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Output : </a:t>
            </a:r>
            <a:endParaRPr b="0" i="0" sz="1800" u="none" cap="none" strike="noStrike">
              <a:solidFill>
                <a:srgbClr val="000000"/>
              </a:solidFill>
              <a:latin typeface="Tahoma"/>
              <a:ea typeface="Tahoma"/>
              <a:cs typeface="Tahoma"/>
              <a:sym typeface="Tahoma"/>
            </a:endParaRPr>
          </a:p>
        </p:txBody>
      </p:sp>
      <p:sp>
        <p:nvSpPr>
          <p:cNvPr id="3195" name="Google Shape;3195;p30"/>
          <p:cNvSpPr txBox="1"/>
          <p:nvPr/>
        </p:nvSpPr>
        <p:spPr>
          <a:xfrm>
            <a:off x="403260" y="3254031"/>
            <a:ext cx="767394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To fit parameters    : Apply Gradient Descent Algorithm</a:t>
            </a:r>
            <a:r>
              <a:rPr b="0" i="0" lang="en-US" sz="1800" u="sng" cap="none" strike="noStrike">
                <a:solidFill>
                  <a:srgbClr val="000000"/>
                </a:solidFill>
                <a:latin typeface="Tahoma"/>
                <a:ea typeface="Tahoma"/>
                <a:cs typeface="Tahoma"/>
                <a:sym typeface="Tahoma"/>
                <a:hlinkClick r:id="rId3">
                  <a:extLst>
                    <a:ext uri="{A12FA001-AC4F-418D-AE19-62706E023703}">
                      <ahyp:hlinkClr val="tx"/>
                    </a:ext>
                  </a:extLst>
                </a:hlinkClick>
              </a:rPr>
              <a:t> </a:t>
            </a:r>
            <a:endParaRPr b="0" i="0" sz="1800" u="none" cap="none" strike="noStrike">
              <a:solidFill>
                <a:srgbClr val="000000"/>
              </a:solidFill>
              <a:latin typeface="Tahoma"/>
              <a:ea typeface="Tahoma"/>
              <a:cs typeface="Tahoma"/>
              <a:sym typeface="Tahoma"/>
            </a:endParaRPr>
          </a:p>
        </p:txBody>
      </p:sp>
      <p:pic>
        <p:nvPicPr>
          <p:cNvPr id="3196" name="Google Shape;3196;p30"/>
          <p:cNvPicPr preferRelativeResize="0"/>
          <p:nvPr/>
        </p:nvPicPr>
        <p:blipFill rotWithShape="1">
          <a:blip r:embed="rId4">
            <a:alphaModFix/>
          </a:blip>
          <a:srcRect b="0" l="0" r="0" t="0"/>
          <a:stretch/>
        </p:blipFill>
        <p:spPr>
          <a:xfrm>
            <a:off x="2286302" y="3358255"/>
            <a:ext cx="128016" cy="219456"/>
          </a:xfrm>
          <a:prstGeom prst="rect">
            <a:avLst/>
          </a:prstGeom>
          <a:noFill/>
          <a:ln>
            <a:noFill/>
          </a:ln>
        </p:spPr>
      </p:pic>
      <p:pic>
        <p:nvPicPr>
          <p:cNvPr id="3197" name="Google Shape;3197;p30"/>
          <p:cNvPicPr preferRelativeResize="0"/>
          <p:nvPr/>
        </p:nvPicPr>
        <p:blipFill rotWithShape="1">
          <a:blip r:embed="rId5">
            <a:alphaModFix/>
          </a:blip>
          <a:srcRect b="0" l="0" r="0" t="0"/>
          <a:stretch/>
        </p:blipFill>
        <p:spPr>
          <a:xfrm>
            <a:off x="6400800" y="3311091"/>
            <a:ext cx="806155" cy="313783"/>
          </a:xfrm>
          <a:prstGeom prst="rect">
            <a:avLst/>
          </a:prstGeom>
          <a:noFill/>
          <a:ln>
            <a:noFill/>
          </a:ln>
        </p:spPr>
      </p:pic>
      <p:sp>
        <p:nvSpPr>
          <p:cNvPr id="3198" name="Google Shape;3198;p30"/>
          <p:cNvSpPr txBox="1"/>
          <p:nvPr/>
        </p:nvSpPr>
        <p:spPr>
          <a:xfrm>
            <a:off x="403261" y="4495801"/>
            <a:ext cx="5410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To make a prediction given new   :</a:t>
            </a:r>
            <a:endParaRPr b="0" i="0" sz="1400" u="none" cap="none" strike="noStrike">
              <a:solidFill>
                <a:srgbClr val="000000"/>
              </a:solidFill>
              <a:latin typeface="Arial"/>
              <a:ea typeface="Arial"/>
              <a:cs typeface="Arial"/>
              <a:sym typeface="Arial"/>
            </a:endParaRPr>
          </a:p>
        </p:txBody>
      </p:sp>
      <p:pic>
        <p:nvPicPr>
          <p:cNvPr id="3199" name="Google Shape;3199;p30"/>
          <p:cNvPicPr preferRelativeResize="0"/>
          <p:nvPr/>
        </p:nvPicPr>
        <p:blipFill rotWithShape="1">
          <a:blip r:embed="rId6">
            <a:alphaModFix/>
          </a:blip>
          <a:srcRect b="0" l="0" r="0" t="0"/>
          <a:stretch/>
        </p:blipFill>
        <p:spPr>
          <a:xfrm>
            <a:off x="4873752" y="4719457"/>
            <a:ext cx="153162" cy="137160"/>
          </a:xfrm>
          <a:prstGeom prst="rect">
            <a:avLst/>
          </a:prstGeom>
          <a:noFill/>
          <a:ln>
            <a:noFill/>
          </a:ln>
        </p:spPr>
      </p:pic>
      <p:pic>
        <p:nvPicPr>
          <p:cNvPr id="3200" name="Google Shape;3200;p30"/>
          <p:cNvPicPr preferRelativeResize="0"/>
          <p:nvPr/>
        </p:nvPicPr>
        <p:blipFill rotWithShape="1">
          <a:blip r:embed="rId7">
            <a:alphaModFix/>
          </a:blip>
          <a:srcRect b="0" l="0" r="0" t="0"/>
          <a:stretch/>
        </p:blipFill>
        <p:spPr>
          <a:xfrm>
            <a:off x="1947561" y="5059749"/>
            <a:ext cx="2146554" cy="438912"/>
          </a:xfrm>
          <a:prstGeom prst="rect">
            <a:avLst/>
          </a:prstGeom>
          <a:noFill/>
          <a:ln>
            <a:noFill/>
          </a:ln>
        </p:spPr>
      </p:pic>
      <p:sp>
        <p:nvSpPr>
          <p:cNvPr id="3201" name="Google Shape;3201;p30"/>
          <p:cNvSpPr txBox="1"/>
          <p:nvPr/>
        </p:nvSpPr>
        <p:spPr>
          <a:xfrm>
            <a:off x="59267" y="804779"/>
            <a:ext cx="54102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1" i="0" lang="en-US" sz="2400" u="none" cap="none" strike="noStrike">
                <a:solidFill>
                  <a:srgbClr val="000000"/>
                </a:solidFill>
                <a:latin typeface="Tahoma"/>
                <a:ea typeface="Tahoma"/>
                <a:cs typeface="Tahoma"/>
                <a:sym typeface="Tahoma"/>
              </a:rPr>
              <a:t>Cost function</a:t>
            </a:r>
            <a:endParaRPr b="0" i="0" sz="1400" u="none" cap="none" strike="noStrike">
              <a:solidFill>
                <a:srgbClr val="000000"/>
              </a:solidFill>
              <a:latin typeface="Arial"/>
              <a:ea typeface="Arial"/>
              <a:cs typeface="Arial"/>
              <a:sym typeface="Arial"/>
            </a:endParaRPr>
          </a:p>
        </p:txBody>
      </p:sp>
      <p:pic>
        <p:nvPicPr>
          <p:cNvPr id="3202" name="Google Shape;3202;p30"/>
          <p:cNvPicPr preferRelativeResize="0"/>
          <p:nvPr/>
        </p:nvPicPr>
        <p:blipFill rotWithShape="1">
          <a:blip r:embed="rId8">
            <a:alphaModFix/>
          </a:blip>
          <a:srcRect b="0" l="0" r="0" t="0"/>
          <a:stretch/>
        </p:blipFill>
        <p:spPr>
          <a:xfrm>
            <a:off x="5176582" y="3805709"/>
            <a:ext cx="3403600" cy="2743419"/>
          </a:xfrm>
          <a:prstGeom prst="rect">
            <a:avLst/>
          </a:prstGeom>
          <a:noFill/>
          <a:ln>
            <a:noFill/>
          </a:ln>
        </p:spPr>
      </p:pic>
      <p:pic>
        <p:nvPicPr>
          <p:cNvPr id="3203" name="Google Shape;3203;p30"/>
          <p:cNvPicPr preferRelativeResize="0"/>
          <p:nvPr/>
        </p:nvPicPr>
        <p:blipFill rotWithShape="1">
          <a:blip r:embed="rId9">
            <a:alphaModFix/>
          </a:blip>
          <a:srcRect b="0" l="0" r="0" t="0"/>
          <a:stretch/>
        </p:blipFill>
        <p:spPr>
          <a:xfrm>
            <a:off x="801124" y="1476750"/>
            <a:ext cx="6733144" cy="1566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7" name="Shape 3207"/>
        <p:cNvGrpSpPr/>
        <p:nvPr/>
      </p:nvGrpSpPr>
      <p:grpSpPr>
        <a:xfrm>
          <a:off x="0" y="0"/>
          <a:ext cx="0" cy="0"/>
          <a:chOff x="0" y="0"/>
          <a:chExt cx="0" cy="0"/>
        </a:xfrm>
      </p:grpSpPr>
      <p:sp>
        <p:nvSpPr>
          <p:cNvPr id="3208" name="Google Shape;3208;p31"/>
          <p:cNvSpPr txBox="1"/>
          <p:nvPr/>
        </p:nvSpPr>
        <p:spPr>
          <a:xfrm>
            <a:off x="9526" y="763251"/>
            <a:ext cx="54102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1" i="0" lang="en-US" sz="2400" u="none" cap="none" strike="noStrike">
                <a:solidFill>
                  <a:srgbClr val="000000"/>
                </a:solidFill>
                <a:latin typeface="Tahoma"/>
                <a:ea typeface="Tahoma"/>
                <a:cs typeface="Tahoma"/>
                <a:sym typeface="Tahoma"/>
              </a:rPr>
              <a:t>Gradient Descent Algorithm</a:t>
            </a:r>
            <a:endParaRPr b="0" i="0" sz="1400" u="none" cap="none" strike="noStrike">
              <a:solidFill>
                <a:srgbClr val="000000"/>
              </a:solidFill>
              <a:latin typeface="Arial"/>
              <a:ea typeface="Arial"/>
              <a:cs typeface="Arial"/>
              <a:sym typeface="Arial"/>
            </a:endParaRPr>
          </a:p>
        </p:txBody>
      </p:sp>
      <p:sp>
        <p:nvSpPr>
          <p:cNvPr id="3209" name="Google Shape;3209;p31"/>
          <p:cNvSpPr txBox="1"/>
          <p:nvPr/>
        </p:nvSpPr>
        <p:spPr>
          <a:xfrm>
            <a:off x="381000" y="1600200"/>
            <a:ext cx="8077200" cy="4724400"/>
          </a:xfrm>
          <a:prstGeom prst="rect">
            <a:avLst/>
          </a:prstGeom>
          <a:blipFill rotWithShape="1">
            <a:blip r:embed="rId3">
              <a:alphaModFix/>
            </a:blip>
            <a:stretch>
              <a:fillRect b="0" l="-67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10" name="Google Shape;3210;p31"/>
          <p:cNvSpPr/>
          <p:nvPr/>
        </p:nvSpPr>
        <p:spPr>
          <a:xfrm>
            <a:off x="510540" y="4953000"/>
            <a:ext cx="3886200" cy="848566"/>
          </a:xfrm>
          <a:prstGeom prst="rect">
            <a:avLst/>
          </a:prstGeom>
          <a:blipFill rotWithShape="1">
            <a:blip r:embed="rId4">
              <a:alphaModFix/>
            </a:blip>
            <a:stretch>
              <a:fillRect b="0" l="0" r="0" t="0"/>
            </a:stretch>
          </a:blipFill>
          <a:ln cap="flat" cmpd="sng" w="762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4" name="Shape 3214"/>
        <p:cNvGrpSpPr/>
        <p:nvPr/>
      </p:nvGrpSpPr>
      <p:grpSpPr>
        <a:xfrm>
          <a:off x="0" y="0"/>
          <a:ext cx="0" cy="0"/>
          <a:chOff x="0" y="0"/>
          <a:chExt cx="0" cy="0"/>
        </a:xfrm>
      </p:grpSpPr>
      <p:sp>
        <p:nvSpPr>
          <p:cNvPr id="3215" name="Google Shape;3215;p32"/>
          <p:cNvSpPr txBox="1"/>
          <p:nvPr>
            <p:ph idx="1" type="body"/>
          </p:nvPr>
        </p:nvSpPr>
        <p:spPr>
          <a:xfrm>
            <a:off x="497875" y="1562127"/>
            <a:ext cx="7807778" cy="2447585"/>
          </a:xfrm>
          <a:prstGeom prst="rect">
            <a:avLst/>
          </a:prstGeom>
          <a:blipFill rotWithShape="1">
            <a:blip r:embed="rId3">
              <a:alphaModFix/>
            </a:blip>
            <a:stretch>
              <a:fillRect b="0" l="-701" r="0" t="-1242"/>
            </a:stretch>
          </a:blip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3200"/>
              <a:buChar char="•"/>
            </a:pPr>
            <a:r>
              <a:rPr lang="en-US"/>
              <a:t> </a:t>
            </a:r>
            <a:endParaRPr/>
          </a:p>
        </p:txBody>
      </p:sp>
      <p:sp>
        <p:nvSpPr>
          <p:cNvPr id="3216" name="Google Shape;3216;p32"/>
          <p:cNvSpPr txBox="1"/>
          <p:nvPr/>
        </p:nvSpPr>
        <p:spPr>
          <a:xfrm>
            <a:off x="497875" y="3644517"/>
            <a:ext cx="7807778" cy="2447585"/>
          </a:xfrm>
          <a:prstGeom prst="rect">
            <a:avLst/>
          </a:prstGeom>
          <a:blipFill rotWithShape="1">
            <a:blip r:embed="rId4">
              <a:alphaModFix/>
            </a:blip>
            <a:stretch>
              <a:fillRect b="0" l="-1013" r="0" t="-29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17" name="Google Shape;3217;p32"/>
          <p:cNvSpPr/>
          <p:nvPr/>
        </p:nvSpPr>
        <p:spPr>
          <a:xfrm>
            <a:off x="5774280" y="2508921"/>
            <a:ext cx="1521955" cy="369332"/>
          </a:xfrm>
          <a:prstGeom prst="rect">
            <a:avLst/>
          </a:prstGeom>
          <a:blipFill rotWithShape="1">
            <a:blip r:embed="rId5">
              <a:alphaModFix/>
            </a:blip>
            <a:stretch>
              <a:fillRect b="0" l="0" r="0" t="0"/>
            </a:stretch>
          </a:blipFill>
          <a:ln cap="flat" cmpd="sng" w="762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18" name="Google Shape;3218;p32"/>
          <p:cNvSpPr/>
          <p:nvPr/>
        </p:nvSpPr>
        <p:spPr>
          <a:xfrm>
            <a:off x="5479473" y="4684611"/>
            <a:ext cx="2112822" cy="641266"/>
          </a:xfrm>
          <a:prstGeom prst="rect">
            <a:avLst/>
          </a:prstGeom>
          <a:blipFill rotWithShape="1">
            <a:blip r:embed="rId6">
              <a:alphaModFix/>
            </a:blip>
            <a:stretch>
              <a:fillRect b="0" l="0" r="0" t="0"/>
            </a:stretch>
          </a:blipFill>
          <a:ln cap="flat" cmpd="sng" w="762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19" name="Google Shape;3219;p32"/>
          <p:cNvSpPr txBox="1"/>
          <p:nvPr>
            <p:ph idx="11" type="ftr"/>
          </p:nvPr>
        </p:nvSpPr>
        <p:spPr>
          <a:xfrm>
            <a:off x="7467307" y="5726907"/>
            <a:ext cx="1676693" cy="2738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Tahoma"/>
              <a:buNone/>
            </a:pPr>
            <a:r>
              <a:rPr b="1" i="0" lang="en-US" sz="1050" u="none" cap="none" strike="noStrike">
                <a:solidFill>
                  <a:srgbClr val="000000"/>
                </a:solidFill>
                <a:latin typeface="Tahoma"/>
                <a:ea typeface="Tahoma"/>
                <a:cs typeface="Tahoma"/>
                <a:sym typeface="Tahoma"/>
              </a:rPr>
              <a:t>Slide credit: Andrew Ng </a:t>
            </a:r>
            <a:endParaRPr/>
          </a:p>
        </p:txBody>
      </p:sp>
      <p:sp>
        <p:nvSpPr>
          <p:cNvPr id="3220" name="Google Shape;3220;p32"/>
          <p:cNvSpPr txBox="1"/>
          <p:nvPr/>
        </p:nvSpPr>
        <p:spPr>
          <a:xfrm>
            <a:off x="178633" y="675120"/>
            <a:ext cx="54102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1" i="0" lang="en-US" sz="2400" u="none" cap="none" strike="noStrike">
                <a:solidFill>
                  <a:srgbClr val="000000"/>
                </a:solidFill>
                <a:latin typeface="Tahoma"/>
                <a:ea typeface="Tahoma"/>
                <a:cs typeface="Tahoma"/>
                <a:sym typeface="Tahoma"/>
              </a:rPr>
              <a:t>Gradient Descent Algorithm</a:t>
            </a:r>
            <a:endParaRPr b="0" i="0" sz="1400" u="none" cap="none" strike="noStrike">
              <a:solidFill>
                <a:srgbClr val="000000"/>
              </a:solidFill>
              <a:latin typeface="Arial"/>
              <a:ea typeface="Arial"/>
              <a:cs typeface="Arial"/>
              <a:sym typeface="Arial"/>
            </a:endParaRPr>
          </a:p>
        </p:txBody>
      </p:sp>
      <p:sp>
        <p:nvSpPr>
          <p:cNvPr id="3221" name="Google Shape;3221;p32"/>
          <p:cNvSpPr/>
          <p:nvPr/>
        </p:nvSpPr>
        <p:spPr>
          <a:xfrm>
            <a:off x="2449116" y="5669946"/>
            <a:ext cx="3353739" cy="622671"/>
          </a:xfrm>
          <a:prstGeom prst="rect">
            <a:avLst/>
          </a:prstGeom>
          <a:blipFill rotWithShape="1">
            <a:blip r:embed="rId7">
              <a:alphaModFix/>
            </a:blip>
            <a:stretch>
              <a:fillRect b="0" l="0" r="0" t="0"/>
            </a:stretch>
          </a:blipFill>
          <a:ln cap="flat" cmpd="sng" w="762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5" name="Shape 3225"/>
        <p:cNvGrpSpPr/>
        <p:nvPr/>
      </p:nvGrpSpPr>
      <p:grpSpPr>
        <a:xfrm>
          <a:off x="0" y="0"/>
          <a:ext cx="0" cy="0"/>
          <a:chOff x="0" y="0"/>
          <a:chExt cx="0" cy="0"/>
        </a:xfrm>
      </p:grpSpPr>
      <p:sp>
        <p:nvSpPr>
          <p:cNvPr id="3226" name="Google Shape;3226;p33"/>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Arial"/>
                <a:ea typeface="Arial"/>
                <a:cs typeface="Arial"/>
                <a:sym typeface="Arial"/>
              </a:rPr>
              <a:t>Application of Logistic Regression</a:t>
            </a:r>
            <a:br>
              <a:rPr b="1" i="0" lang="en-US" sz="3200" u="none" cap="none" strike="noStrike">
                <a:solidFill>
                  <a:srgbClr val="C00000"/>
                </a:solidFill>
                <a:latin typeface="Arial"/>
                <a:ea typeface="Arial"/>
                <a:cs typeface="Arial"/>
                <a:sym typeface="Arial"/>
              </a:rPr>
            </a:br>
            <a:r>
              <a:rPr b="1" i="0" lang="en-US" sz="3200" u="none" cap="none" strike="noStrike">
                <a:solidFill>
                  <a:srgbClr val="C00000"/>
                </a:solidFill>
                <a:latin typeface="Arial"/>
                <a:ea typeface="Arial"/>
                <a:cs typeface="Arial"/>
                <a:sym typeface="Arial"/>
              </a:rPr>
              <a:t>&amp; </a:t>
            </a:r>
            <a:br>
              <a:rPr b="1" i="0" lang="en-US" sz="3200" u="none" cap="none" strike="noStrike">
                <a:solidFill>
                  <a:srgbClr val="C00000"/>
                </a:solidFill>
                <a:latin typeface="Arial"/>
                <a:ea typeface="Arial"/>
                <a:cs typeface="Arial"/>
                <a:sym typeface="Arial"/>
              </a:rPr>
            </a:br>
            <a:r>
              <a:rPr b="1" i="0" lang="en-US" sz="3200" u="none" cap="none" strike="noStrike">
                <a:solidFill>
                  <a:srgbClr val="C00000"/>
                </a:solidFill>
                <a:latin typeface="Arial"/>
                <a:ea typeface="Arial"/>
                <a:cs typeface="Arial"/>
                <a:sym typeface="Arial"/>
              </a:rPr>
              <a:t>Problem Types</a:t>
            </a:r>
            <a:endParaRPr b="1" i="0" sz="3200" u="none" cap="none" strike="noStrike">
              <a:solidFill>
                <a:srgbClr val="C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0" name="Shape 3230"/>
        <p:cNvGrpSpPr/>
        <p:nvPr/>
      </p:nvGrpSpPr>
      <p:grpSpPr>
        <a:xfrm>
          <a:off x="0" y="0"/>
          <a:ext cx="0" cy="0"/>
          <a:chOff x="0" y="0"/>
          <a:chExt cx="0" cy="0"/>
        </a:xfrm>
      </p:grpSpPr>
      <p:sp>
        <p:nvSpPr>
          <p:cNvPr id="3231" name="Google Shape;3231;p34"/>
          <p:cNvSpPr txBox="1"/>
          <p:nvPr/>
        </p:nvSpPr>
        <p:spPr>
          <a:xfrm>
            <a:off x="152400" y="661667"/>
            <a:ext cx="87630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Example: Sentiment Analysis – </a:t>
            </a:r>
            <a:r>
              <a:rPr b="1" i="0" lang="en-US" sz="2400" u="none" cap="none" strike="noStrike">
                <a:solidFill>
                  <a:srgbClr val="FF0000"/>
                </a:solidFill>
                <a:latin typeface="Arial"/>
                <a:ea typeface="Arial"/>
                <a:cs typeface="Arial"/>
                <a:sym typeface="Arial"/>
              </a:rPr>
              <a:t>With Engineered features </a:t>
            </a:r>
            <a:endParaRPr b="1"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pic>
        <p:nvPicPr>
          <p:cNvPr id="3232" name="Google Shape;3232;p34"/>
          <p:cNvPicPr preferRelativeResize="0"/>
          <p:nvPr/>
        </p:nvPicPr>
        <p:blipFill rotWithShape="1">
          <a:blip r:embed="rId3">
            <a:alphaModFix/>
          </a:blip>
          <a:srcRect b="0" l="0" r="0" t="0"/>
          <a:stretch/>
        </p:blipFill>
        <p:spPr>
          <a:xfrm>
            <a:off x="348030" y="1383274"/>
            <a:ext cx="8205480" cy="2553962"/>
          </a:xfrm>
          <a:prstGeom prst="rect">
            <a:avLst/>
          </a:prstGeom>
          <a:noFill/>
          <a:ln>
            <a:noFill/>
          </a:ln>
        </p:spPr>
      </p:pic>
      <p:sp>
        <p:nvSpPr>
          <p:cNvPr id="3233" name="Google Shape;3233;p34"/>
          <p:cNvSpPr txBox="1"/>
          <p:nvPr/>
        </p:nvSpPr>
        <p:spPr>
          <a:xfrm>
            <a:off x="6725626" y="3622427"/>
            <a:ext cx="2515673" cy="314809"/>
          </a:xfrm>
          <a:prstGeom prst="rect">
            <a:avLst/>
          </a:prstGeom>
          <a:noFill/>
          <a:ln>
            <a:noFill/>
          </a:ln>
        </p:spPr>
        <p:txBody>
          <a:bodyPr anchorCtr="0" anchor="t" bIns="45700" lIns="91425" spcFirstLastPara="1" rIns="91425" wrap="square" tIns="45700">
            <a:normAutofit fontScale="55000" lnSpcReduction="20000"/>
          </a:bodyPr>
          <a:lstStyle/>
          <a:p>
            <a:pPr indent="0" lvl="0" marL="0" marR="0" rtl="0" algn="l">
              <a:lnSpc>
                <a:spcPct val="100000"/>
              </a:lnSpc>
              <a:spcBef>
                <a:spcPts val="0"/>
              </a:spcBef>
              <a:spcAft>
                <a:spcPts val="0"/>
              </a:spcAft>
              <a:buClr>
                <a:srgbClr val="0000FF"/>
              </a:buClr>
              <a:buSzPct val="100000"/>
              <a:buFont typeface="Arial"/>
              <a:buNone/>
            </a:pPr>
            <a:r>
              <a:rPr b="0" i="0" lang="en-US" sz="3200" u="none" cap="none" strike="noStrike">
                <a:solidFill>
                  <a:srgbClr val="0000FF"/>
                </a:solidFill>
                <a:latin typeface="Calibri"/>
                <a:ea typeface="Calibri"/>
                <a:cs typeface="Calibri"/>
                <a:sym typeface="Calibri"/>
              </a:rPr>
              <a:t>Sentiment Features</a:t>
            </a:r>
            <a:endParaRPr b="0" i="0" sz="3200" u="none" cap="none" strike="noStrike">
              <a:solidFill>
                <a:srgbClr val="0000FF"/>
              </a:solidFill>
              <a:latin typeface="Calibri"/>
              <a:ea typeface="Calibri"/>
              <a:cs typeface="Calibri"/>
              <a:sym typeface="Calibri"/>
            </a:endParaRPr>
          </a:p>
        </p:txBody>
      </p:sp>
      <p:pic>
        <p:nvPicPr>
          <p:cNvPr id="3234" name="Google Shape;3234;p34"/>
          <p:cNvPicPr preferRelativeResize="0"/>
          <p:nvPr/>
        </p:nvPicPr>
        <p:blipFill rotWithShape="1">
          <a:blip r:embed="rId4">
            <a:alphaModFix/>
          </a:blip>
          <a:srcRect b="0" l="0" r="0" t="0"/>
          <a:stretch/>
        </p:blipFill>
        <p:spPr>
          <a:xfrm>
            <a:off x="319455" y="3646240"/>
            <a:ext cx="6387121" cy="26021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8" name="Shape 3238"/>
        <p:cNvGrpSpPr/>
        <p:nvPr/>
      </p:nvGrpSpPr>
      <p:grpSpPr>
        <a:xfrm>
          <a:off x="0" y="0"/>
          <a:ext cx="0" cy="0"/>
          <a:chOff x="0" y="0"/>
          <a:chExt cx="0" cy="0"/>
        </a:xfrm>
      </p:grpSpPr>
      <p:sp>
        <p:nvSpPr>
          <p:cNvPr id="3239" name="Google Shape;3239;p35"/>
          <p:cNvSpPr txBox="1"/>
          <p:nvPr/>
        </p:nvSpPr>
        <p:spPr>
          <a:xfrm>
            <a:off x="152400" y="661667"/>
            <a:ext cx="7467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Classifying sentiment using logistic regression</a:t>
            </a:r>
            <a:endParaRPr b="1" i="0" sz="2400" u="none" cap="none" strike="noStrike">
              <a:solidFill>
                <a:schemeClr val="dk1"/>
              </a:solidFill>
              <a:latin typeface="Arial"/>
              <a:ea typeface="Arial"/>
              <a:cs typeface="Arial"/>
              <a:sym typeface="Arial"/>
            </a:endParaRPr>
          </a:p>
        </p:txBody>
      </p:sp>
      <p:pic>
        <p:nvPicPr>
          <p:cNvPr id="3240" name="Google Shape;3240;p35"/>
          <p:cNvPicPr preferRelativeResize="0"/>
          <p:nvPr/>
        </p:nvPicPr>
        <p:blipFill rotWithShape="1">
          <a:blip r:embed="rId3">
            <a:alphaModFix/>
          </a:blip>
          <a:srcRect b="0" l="0" r="0" t="0"/>
          <a:stretch/>
        </p:blipFill>
        <p:spPr>
          <a:xfrm>
            <a:off x="394842" y="1434232"/>
            <a:ext cx="6589778" cy="1004167"/>
          </a:xfrm>
          <a:prstGeom prst="rect">
            <a:avLst/>
          </a:prstGeom>
          <a:noFill/>
          <a:ln>
            <a:noFill/>
          </a:ln>
        </p:spPr>
      </p:pic>
      <p:pic>
        <p:nvPicPr>
          <p:cNvPr id="3241" name="Google Shape;3241;p35"/>
          <p:cNvPicPr preferRelativeResize="0"/>
          <p:nvPr/>
        </p:nvPicPr>
        <p:blipFill rotWithShape="1">
          <a:blip r:embed="rId4">
            <a:alphaModFix/>
          </a:blip>
          <a:srcRect b="0" l="0" r="0" t="0"/>
          <a:stretch/>
        </p:blipFill>
        <p:spPr>
          <a:xfrm>
            <a:off x="399604" y="2438399"/>
            <a:ext cx="8085640" cy="292332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6" name="Shape 3246"/>
        <p:cNvGrpSpPr/>
        <p:nvPr/>
      </p:nvGrpSpPr>
      <p:grpSpPr>
        <a:xfrm>
          <a:off x="0" y="0"/>
          <a:ext cx="0" cy="0"/>
          <a:chOff x="0" y="0"/>
          <a:chExt cx="0" cy="0"/>
        </a:xfrm>
      </p:grpSpPr>
      <p:sp>
        <p:nvSpPr>
          <p:cNvPr id="3247" name="Google Shape;3247;p36"/>
          <p:cNvSpPr txBox="1"/>
          <p:nvPr>
            <p:ph type="title"/>
          </p:nvPr>
        </p:nvSpPr>
        <p:spPr>
          <a:xfrm>
            <a:off x="170329" y="14973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b="1" lang="en-US" sz="2400"/>
              <a:t>Logistic Regression – Fit a Model – Apply Gradient Descent</a:t>
            </a:r>
            <a:endParaRPr b="1" sz="2400"/>
          </a:p>
        </p:txBody>
      </p:sp>
      <p:pic>
        <p:nvPicPr>
          <p:cNvPr id="3248" name="Google Shape;3248;p36"/>
          <p:cNvPicPr preferRelativeResize="0"/>
          <p:nvPr/>
        </p:nvPicPr>
        <p:blipFill rotWithShape="1">
          <a:blip r:embed="rId3">
            <a:alphaModFix/>
          </a:blip>
          <a:srcRect b="0" l="0" r="0" t="0"/>
          <a:stretch/>
        </p:blipFill>
        <p:spPr>
          <a:xfrm>
            <a:off x="217954" y="1475301"/>
            <a:ext cx="3410133" cy="1634612"/>
          </a:xfrm>
          <a:prstGeom prst="rect">
            <a:avLst/>
          </a:prstGeom>
          <a:noFill/>
          <a:ln>
            <a:noFill/>
          </a:ln>
        </p:spPr>
      </p:pic>
      <p:sp>
        <p:nvSpPr>
          <p:cNvPr id="3249" name="Google Shape;3249;p36"/>
          <p:cNvSpPr txBox="1"/>
          <p:nvPr/>
        </p:nvSpPr>
        <p:spPr>
          <a:xfrm>
            <a:off x="5410200" y="1513400"/>
            <a:ext cx="291727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Hyper parameters: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Learning Rate = 0.3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Initial Weights  = (0.5, 0.5,0.5)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Regularization Constant = 0</a:t>
            </a:r>
            <a:endParaRPr b="0" i="0" sz="1600" u="none" cap="none" strike="noStrike">
              <a:solidFill>
                <a:srgbClr val="000000"/>
              </a:solidFill>
              <a:latin typeface="Arial"/>
              <a:ea typeface="Arial"/>
              <a:cs typeface="Arial"/>
              <a:sym typeface="Arial"/>
            </a:endParaRPr>
          </a:p>
        </p:txBody>
      </p:sp>
      <p:sp>
        <p:nvSpPr>
          <p:cNvPr id="3250" name="Google Shape;3250;p36"/>
          <p:cNvSpPr txBox="1"/>
          <p:nvPr/>
        </p:nvSpPr>
        <p:spPr>
          <a:xfrm>
            <a:off x="5257916" y="2598063"/>
            <a:ext cx="3429000" cy="338554"/>
          </a:xfrm>
          <a:prstGeom prst="rect">
            <a:avLst/>
          </a:prstGeom>
          <a:blipFill rotWithShape="1">
            <a:blip r:embed="rId4">
              <a:alphaModFix/>
            </a:blip>
            <a:stretch>
              <a:fillRect b="-21422" l="0" r="0" t="-53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51" name="Google Shape;3251;p36"/>
          <p:cNvSpPr/>
          <p:nvPr/>
        </p:nvSpPr>
        <p:spPr>
          <a:xfrm>
            <a:off x="5257916" y="2914973"/>
            <a:ext cx="2112822" cy="641266"/>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52" name="Google Shape;3252;p36"/>
          <p:cNvSpPr/>
          <p:nvPr/>
        </p:nvSpPr>
        <p:spPr>
          <a:xfrm>
            <a:off x="43068" y="3830111"/>
            <a:ext cx="4528932" cy="78451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53" name="Google Shape;3253;p36"/>
          <p:cNvSpPr/>
          <p:nvPr/>
        </p:nvSpPr>
        <p:spPr>
          <a:xfrm>
            <a:off x="43068" y="4424616"/>
            <a:ext cx="3901709" cy="78451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54" name="Google Shape;3254;p36"/>
          <p:cNvSpPr/>
          <p:nvPr/>
        </p:nvSpPr>
        <p:spPr>
          <a:xfrm>
            <a:off x="126611" y="3235606"/>
            <a:ext cx="3711016" cy="78451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55" name="Google Shape;3255;p36"/>
          <p:cNvSpPr/>
          <p:nvPr/>
        </p:nvSpPr>
        <p:spPr>
          <a:xfrm>
            <a:off x="5219816" y="3470198"/>
            <a:ext cx="3705565" cy="622030"/>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56" name="Google Shape;3256;p36"/>
          <p:cNvSpPr txBox="1"/>
          <p:nvPr/>
        </p:nvSpPr>
        <p:spPr>
          <a:xfrm>
            <a:off x="6624366" y="5209126"/>
            <a:ext cx="2301015" cy="1094659"/>
          </a:xfrm>
          <a:prstGeom prst="rect">
            <a:avLst/>
          </a:prstGeom>
          <a:blipFill rotWithShape="1">
            <a:blip r:embed="rId10">
              <a:alphaModFix/>
            </a:blip>
            <a:stretch>
              <a:fillRect b="-1673" l="-1324" r="-793" t="-167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1" name="Shape 3261"/>
        <p:cNvGrpSpPr/>
        <p:nvPr/>
      </p:nvGrpSpPr>
      <p:grpSpPr>
        <a:xfrm>
          <a:off x="0" y="0"/>
          <a:ext cx="0" cy="0"/>
          <a:chOff x="0" y="0"/>
          <a:chExt cx="0" cy="0"/>
        </a:xfrm>
      </p:grpSpPr>
      <p:sp>
        <p:nvSpPr>
          <p:cNvPr id="3262" name="Google Shape;3262;p37"/>
          <p:cNvSpPr txBox="1"/>
          <p:nvPr>
            <p:ph type="title"/>
          </p:nvPr>
        </p:nvSpPr>
        <p:spPr>
          <a:xfrm>
            <a:off x="170329" y="14973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b="1" lang="en-US" sz="2400"/>
              <a:t>Logistic Regression – Inference &amp; Interpretation</a:t>
            </a:r>
            <a:endParaRPr b="1" sz="2400"/>
          </a:p>
        </p:txBody>
      </p:sp>
      <p:pic>
        <p:nvPicPr>
          <p:cNvPr id="3263" name="Google Shape;3263;p37"/>
          <p:cNvPicPr preferRelativeResize="0"/>
          <p:nvPr/>
        </p:nvPicPr>
        <p:blipFill rotWithShape="1">
          <a:blip r:embed="rId3">
            <a:alphaModFix/>
          </a:blip>
          <a:srcRect b="0" l="0" r="0" t="0"/>
          <a:stretch/>
        </p:blipFill>
        <p:spPr>
          <a:xfrm>
            <a:off x="184615" y="1489588"/>
            <a:ext cx="3410133" cy="1634612"/>
          </a:xfrm>
          <a:prstGeom prst="rect">
            <a:avLst/>
          </a:prstGeom>
          <a:noFill/>
          <a:ln>
            <a:noFill/>
          </a:ln>
        </p:spPr>
      </p:pic>
      <p:sp>
        <p:nvSpPr>
          <p:cNvPr id="3264" name="Google Shape;3264;p37"/>
          <p:cNvSpPr txBox="1"/>
          <p:nvPr/>
        </p:nvSpPr>
        <p:spPr>
          <a:xfrm>
            <a:off x="5410200" y="1513400"/>
            <a:ext cx="31189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Assume : 0.4+0.3CGPA-0.45IQ</a:t>
            </a:r>
            <a:endParaRPr b="0" i="0" sz="1600" u="none" cap="none" strike="noStrike">
              <a:solidFill>
                <a:srgbClr val="000000"/>
              </a:solidFill>
              <a:latin typeface="Arial"/>
              <a:ea typeface="Arial"/>
              <a:cs typeface="Arial"/>
              <a:sym typeface="Arial"/>
            </a:endParaRPr>
          </a:p>
        </p:txBody>
      </p:sp>
      <p:sp>
        <p:nvSpPr>
          <p:cNvPr id="3265" name="Google Shape;3265;p37"/>
          <p:cNvSpPr txBox="1"/>
          <p:nvPr/>
        </p:nvSpPr>
        <p:spPr>
          <a:xfrm>
            <a:off x="5381625" y="2045284"/>
            <a:ext cx="378013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Predict the Job offered for a candidate : (5,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h(x) = 0.31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Y-Predicted = 0  / No</a:t>
            </a:r>
            <a:endParaRPr b="0" i="0" sz="1400" u="none" cap="none" strike="noStrike">
              <a:solidFill>
                <a:srgbClr val="000000"/>
              </a:solidFill>
              <a:latin typeface="Arial"/>
              <a:ea typeface="Arial"/>
              <a:cs typeface="Arial"/>
              <a:sym typeface="Arial"/>
            </a:endParaRPr>
          </a:p>
        </p:txBody>
      </p:sp>
      <p:sp>
        <p:nvSpPr>
          <p:cNvPr id="3266" name="Google Shape;3266;p37"/>
          <p:cNvSpPr/>
          <p:nvPr/>
        </p:nvSpPr>
        <p:spPr>
          <a:xfrm>
            <a:off x="184615" y="4572000"/>
            <a:ext cx="895938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Note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The exponential function of the regression coefficient (</a:t>
            </a:r>
            <a:r>
              <a:rPr b="0" i="1" lang="en-US" sz="1600" u="none" cap="none" strike="noStrike">
                <a:solidFill>
                  <a:srgbClr val="000000"/>
                </a:solidFill>
                <a:latin typeface="Times New Roman"/>
                <a:ea typeface="Times New Roman"/>
                <a:cs typeface="Times New Roman"/>
                <a:sym typeface="Times New Roman"/>
              </a:rPr>
              <a:t>e</a:t>
            </a:r>
            <a:r>
              <a:rPr b="0" baseline="30000" i="1" lang="en-US" sz="1600" u="none" cap="none" strike="noStrike">
                <a:solidFill>
                  <a:srgbClr val="000000"/>
                </a:solidFill>
                <a:latin typeface="Times New Roman"/>
                <a:ea typeface="Times New Roman"/>
                <a:cs typeface="Times New Roman"/>
                <a:sym typeface="Times New Roman"/>
              </a:rPr>
              <a:t>w-cpga</a:t>
            </a:r>
            <a:r>
              <a:rPr b="0" i="0" lang="en-US" sz="1600" u="none" cap="none" strike="noStrike">
                <a:solidFill>
                  <a:srgbClr val="000000"/>
                </a:solidFill>
                <a:latin typeface="Times New Roman"/>
                <a:ea typeface="Times New Roman"/>
                <a:cs typeface="Times New Roman"/>
                <a:sym typeface="Times New Roman"/>
              </a:rPr>
              <a:t>) is the odds ratio associated with a one-unit increase in the cgpa.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 The odd of being offered with job increase by a factor of 1.35 for every unit increase in the CGPA [np.exp(model.params)]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0" name="Shape 3270"/>
        <p:cNvGrpSpPr/>
        <p:nvPr/>
      </p:nvGrpSpPr>
      <p:grpSpPr>
        <a:xfrm>
          <a:off x="0" y="0"/>
          <a:ext cx="0" cy="0"/>
          <a:chOff x="0" y="0"/>
          <a:chExt cx="0" cy="0"/>
        </a:xfrm>
      </p:grpSpPr>
      <p:sp>
        <p:nvSpPr>
          <p:cNvPr id="3271" name="Google Shape;3271;p38"/>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C00000"/>
                </a:solidFill>
                <a:latin typeface="Arial"/>
                <a:ea typeface="Arial"/>
                <a:cs typeface="Arial"/>
                <a:sym typeface="Arial"/>
              </a:rPr>
              <a:t>Regularization</a:t>
            </a:r>
            <a:br>
              <a:rPr b="1" i="0" lang="en-US" sz="3200" u="none" cap="none" strike="noStrike">
                <a:solidFill>
                  <a:srgbClr val="C00000"/>
                </a:solidFill>
                <a:latin typeface="Arial"/>
                <a:ea typeface="Arial"/>
                <a:cs typeface="Arial"/>
                <a:sym typeface="Arial"/>
              </a:rPr>
            </a:br>
            <a:br>
              <a:rPr b="1" i="0" lang="en-US" sz="3200" u="none" cap="none" strike="noStrike">
                <a:solidFill>
                  <a:srgbClr val="C00000"/>
                </a:solidFill>
                <a:latin typeface="Arial"/>
                <a:ea typeface="Arial"/>
                <a:cs typeface="Arial"/>
                <a:sym typeface="Arial"/>
              </a:rPr>
            </a:br>
            <a:br>
              <a:rPr b="1" i="0" lang="en-US" sz="3200" u="none" cap="none" strike="noStrike">
                <a:solidFill>
                  <a:srgbClr val="C00000"/>
                </a:solidFill>
                <a:latin typeface="Arial"/>
                <a:ea typeface="Arial"/>
                <a:cs typeface="Arial"/>
                <a:sym typeface="Arial"/>
              </a:rPr>
            </a:br>
            <a:r>
              <a:rPr b="0" i="0" lang="en-US" sz="2000" u="none" cap="none" strike="noStrike">
                <a:solidFill>
                  <a:schemeClr val="dk1"/>
                </a:solidFill>
                <a:latin typeface="Arial"/>
                <a:ea typeface="Arial"/>
                <a:cs typeface="Arial"/>
                <a:sym typeface="Arial"/>
              </a:rPr>
              <a:t>Note : This topic is already covered in the module 3 and the implementation remains the same. </a:t>
            </a:r>
            <a:r>
              <a:rPr b="1" i="0" lang="en-US" sz="2000" u="none" cap="none" strike="noStrike">
                <a:solidFill>
                  <a:schemeClr val="dk1"/>
                </a:solidFill>
                <a:latin typeface="Arial"/>
                <a:ea typeface="Arial"/>
                <a:cs typeface="Arial"/>
                <a:sym typeface="Arial"/>
              </a:rPr>
              <a:t>Only one points added here w.r.t interpretation for logistic regression</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5" name="Shape 3275"/>
        <p:cNvGrpSpPr/>
        <p:nvPr/>
      </p:nvGrpSpPr>
      <p:grpSpPr>
        <a:xfrm>
          <a:off x="0" y="0"/>
          <a:ext cx="0" cy="0"/>
          <a:chOff x="0" y="0"/>
          <a:chExt cx="0" cy="0"/>
        </a:xfrm>
      </p:grpSpPr>
      <p:sp>
        <p:nvSpPr>
          <p:cNvPr id="3276" name="Google Shape;3276;p39"/>
          <p:cNvSpPr txBox="1"/>
          <p:nvPr>
            <p:ph type="title"/>
          </p:nvPr>
        </p:nvSpPr>
        <p:spPr>
          <a:xfrm>
            <a:off x="228600" y="607412"/>
            <a:ext cx="830384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400"/>
              <a:t>Ways to Control Overfitting – Interpretation of Hyper parameter</a:t>
            </a:r>
            <a:endParaRPr b="1" sz="2400"/>
          </a:p>
        </p:txBody>
      </p:sp>
      <p:sp>
        <p:nvSpPr>
          <p:cNvPr id="3277" name="Google Shape;3277;p39"/>
          <p:cNvSpPr txBox="1"/>
          <p:nvPr>
            <p:ph idx="1" type="body"/>
          </p:nvPr>
        </p:nvSpPr>
        <p:spPr>
          <a:xfrm>
            <a:off x="381000" y="1457518"/>
            <a:ext cx="7886700" cy="2014061"/>
          </a:xfrm>
          <a:prstGeom prst="rect">
            <a:avLst/>
          </a:prstGeom>
          <a:noFill/>
          <a:ln>
            <a:noFill/>
          </a:ln>
        </p:spPr>
        <p:txBody>
          <a:bodyPr anchorCtr="0" anchor="t" bIns="45700" lIns="91425" spcFirstLastPara="1" rIns="91425" wrap="square" tIns="45700">
            <a:normAutofit/>
          </a:bodyPr>
          <a:lstStyle/>
          <a:p>
            <a:pPr indent="-228600" lvl="0" marL="342900" rtl="0" algn="l">
              <a:lnSpc>
                <a:spcPct val="100000"/>
              </a:lnSpc>
              <a:spcBef>
                <a:spcPts val="0"/>
              </a:spcBef>
              <a:spcAft>
                <a:spcPts val="0"/>
              </a:spcAft>
              <a:buClr>
                <a:schemeClr val="dk1"/>
              </a:buClr>
              <a:buSzPts val="1800"/>
              <a:buNone/>
            </a:pPr>
            <a:r>
              <a:t/>
            </a:r>
            <a:endParaRPr sz="1800"/>
          </a:p>
          <a:p>
            <a:pPr indent="-342900" lvl="0" marL="342900" rtl="0" algn="l">
              <a:lnSpc>
                <a:spcPct val="100000"/>
              </a:lnSpc>
              <a:spcBef>
                <a:spcPts val="360"/>
              </a:spcBef>
              <a:spcAft>
                <a:spcPts val="0"/>
              </a:spcAft>
              <a:buClr>
                <a:schemeClr val="dk1"/>
              </a:buClr>
              <a:buSzPts val="1800"/>
              <a:buChar char="•"/>
            </a:pPr>
            <a:r>
              <a:rPr lang="en-US" sz="1800"/>
              <a:t>Regularization</a:t>
            </a:r>
            <a:endParaRPr/>
          </a:p>
          <a:p>
            <a:pPr indent="-228600" lvl="0" marL="342900" rtl="0" algn="l">
              <a:lnSpc>
                <a:spcPct val="100000"/>
              </a:lnSpc>
              <a:spcBef>
                <a:spcPts val="360"/>
              </a:spcBef>
              <a:spcAft>
                <a:spcPts val="0"/>
              </a:spcAft>
              <a:buClr>
                <a:schemeClr val="dk1"/>
              </a:buClr>
              <a:buSzPts val="1800"/>
              <a:buNone/>
            </a:pPr>
            <a:r>
              <a:t/>
            </a:r>
            <a:endParaRPr sz="1800"/>
          </a:p>
          <a:p>
            <a:pPr indent="0" lvl="0" marL="0" rtl="0" algn="l">
              <a:lnSpc>
                <a:spcPct val="100000"/>
              </a:lnSpc>
              <a:spcBef>
                <a:spcPts val="360"/>
              </a:spcBef>
              <a:spcAft>
                <a:spcPts val="0"/>
              </a:spcAft>
              <a:buClr>
                <a:schemeClr val="dk1"/>
              </a:buClr>
              <a:buSzPts val="1800"/>
              <a:buNone/>
            </a:pPr>
            <a:r>
              <a:t/>
            </a:r>
            <a:endParaRPr sz="1800"/>
          </a:p>
        </p:txBody>
      </p:sp>
      <p:sp>
        <p:nvSpPr>
          <p:cNvPr id="3278" name="Google Shape;3278;p39"/>
          <p:cNvSpPr txBox="1"/>
          <p:nvPr/>
        </p:nvSpPr>
        <p:spPr>
          <a:xfrm>
            <a:off x="1381506" y="2198547"/>
            <a:ext cx="4089654" cy="821720"/>
          </a:xfrm>
          <a:prstGeom prst="rect">
            <a:avLst/>
          </a:prstGeom>
          <a:blipFill rotWithShape="1">
            <a:blip r:embed="rId3">
              <a:alphaModFix/>
            </a:blip>
            <a:stretch>
              <a:fillRect b="0" l="0" r="0" t="-74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79" name="Google Shape;3279;p39"/>
          <p:cNvSpPr txBox="1"/>
          <p:nvPr/>
        </p:nvSpPr>
        <p:spPr>
          <a:xfrm>
            <a:off x="4800600" y="2198547"/>
            <a:ext cx="1963674" cy="821720"/>
          </a:xfrm>
          <a:prstGeom prst="rect">
            <a:avLst/>
          </a:prstGeom>
          <a:blipFill rotWithShape="1">
            <a:blip r:embed="rId4">
              <a:alphaModFix/>
            </a:blip>
            <a:stretch>
              <a:fillRect b="0" l="0" r="0" t="-14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80" name="Google Shape;3280;p39"/>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Tahoma"/>
              <a:buNone/>
            </a:pPr>
            <a:fld id="{00000000-1234-1234-1234-123412341234}" type="slidenum">
              <a:rPr b="0" i="0" lang="en-US" sz="1600" u="none" cap="none" strike="noStrike">
                <a:solidFill>
                  <a:srgbClr val="000000"/>
                </a:solidFill>
                <a:latin typeface="Tahoma"/>
                <a:ea typeface="Tahoma"/>
                <a:cs typeface="Tahoma"/>
                <a:sym typeface="Tahoma"/>
              </a:rPr>
              <a:t>‹#›</a:t>
            </a:fld>
            <a:endParaRPr b="0" i="0" sz="1600" u="none" cap="none" strike="noStrike">
              <a:solidFill>
                <a:srgbClr val="000000"/>
              </a:solidFill>
              <a:latin typeface="Tahoma"/>
              <a:ea typeface="Tahoma"/>
              <a:cs typeface="Tahoma"/>
              <a:sym typeface="Tahoma"/>
            </a:endParaRPr>
          </a:p>
        </p:txBody>
      </p:sp>
      <p:sp>
        <p:nvSpPr>
          <p:cNvPr id="3281" name="Google Shape;3281;p39"/>
          <p:cNvSpPr/>
          <p:nvPr/>
        </p:nvSpPr>
        <p:spPr>
          <a:xfrm>
            <a:off x="279400" y="4567988"/>
            <a:ext cx="8636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1" i="0" lang="en-US" sz="1400" u="none" cap="none" strike="noStrike">
                <a:solidFill>
                  <a:srgbClr val="000000"/>
                </a:solidFill>
                <a:latin typeface="Tahoma"/>
                <a:ea typeface="Tahoma"/>
                <a:cs typeface="Tahoma"/>
                <a:sym typeface="Tahoma"/>
              </a:rPr>
              <a:t>Note: </a:t>
            </a:r>
            <a:endParaRPr b="1" i="0" sz="14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The hyperparameter controlling the regularization strength of a Scikit-Learn LogisticRegression model is not alpha (as in other linear models), but its inverse: C. The higher the value of C, the less the model is regularized.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5" name="Shape 3285"/>
        <p:cNvGrpSpPr/>
        <p:nvPr/>
      </p:nvGrpSpPr>
      <p:grpSpPr>
        <a:xfrm>
          <a:off x="0" y="0"/>
          <a:ext cx="0" cy="0"/>
          <a:chOff x="0" y="0"/>
          <a:chExt cx="0" cy="0"/>
        </a:xfrm>
      </p:grpSpPr>
      <p:sp>
        <p:nvSpPr>
          <p:cNvPr id="3286" name="Google Shape;3286;p40"/>
          <p:cNvSpPr txBox="1"/>
          <p:nvPr>
            <p:ph type="title"/>
          </p:nvPr>
        </p:nvSpPr>
        <p:spPr>
          <a:xfrm>
            <a:off x="533400" y="3048000"/>
            <a:ext cx="82296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Arial"/>
                <a:ea typeface="Arial"/>
                <a:cs typeface="Arial"/>
                <a:sym typeface="Arial"/>
              </a:rPr>
              <a:t>Evaluation of Classifiers</a:t>
            </a:r>
            <a:endParaRPr b="0" i="0" sz="3200" u="none" cap="none" strike="noStrike">
              <a:solidFill>
                <a:schemeClr val="dk1"/>
              </a:solidFill>
              <a:latin typeface="Arial"/>
              <a:ea typeface="Arial"/>
              <a:cs typeface="Arial"/>
              <a:sym typeface="Arial"/>
            </a:endParaRPr>
          </a:p>
        </p:txBody>
      </p:sp>
      <p:sp>
        <p:nvSpPr>
          <p:cNvPr id="3287" name="Google Shape;3287;p40"/>
          <p:cNvSpPr/>
          <p:nvPr/>
        </p:nvSpPr>
        <p:spPr>
          <a:xfrm>
            <a:off x="3102584" y="4495800"/>
            <a:ext cx="330552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Using  Another 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 </a:t>
            </a:r>
            <a:endParaRPr b="1" i="0" sz="2400" u="none" cap="none" strike="noStrike">
              <a:solidFill>
                <a:schemeClr val="dk1"/>
              </a:solidFill>
              <a:latin typeface="Tahoma"/>
              <a:ea typeface="Tahoma"/>
              <a:cs typeface="Tahoma"/>
              <a:sym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2" name="Shape 3292"/>
        <p:cNvGrpSpPr/>
        <p:nvPr/>
      </p:nvGrpSpPr>
      <p:grpSpPr>
        <a:xfrm>
          <a:off x="0" y="0"/>
          <a:ext cx="0" cy="0"/>
          <a:chOff x="0" y="0"/>
          <a:chExt cx="0" cy="0"/>
        </a:xfrm>
      </p:grpSpPr>
      <p:sp>
        <p:nvSpPr>
          <p:cNvPr id="3293" name="Google Shape;3293;p41"/>
          <p:cNvSpPr txBox="1"/>
          <p:nvPr>
            <p:ph type="title"/>
          </p:nvPr>
        </p:nvSpPr>
        <p:spPr>
          <a:xfrm>
            <a:off x="309519" y="246233"/>
            <a:ext cx="7539081" cy="1015663"/>
          </a:xfrm>
          <a:prstGeom prst="rect">
            <a:avLst/>
          </a:prstGeom>
          <a:noFill/>
          <a:ln>
            <a:noFill/>
          </a:ln>
        </p:spPr>
        <p:txBody>
          <a:bodyPr anchorCtr="0" anchor="ctr" bIns="45700" lIns="91425" spcFirstLastPara="1" rIns="91425" wrap="square" tIns="45700">
            <a:spAutoFit/>
          </a:bodyPr>
          <a:lstStyle/>
          <a:p>
            <a:pPr indent="28575" lvl="0" marL="85725"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Evaluation of Classification Model  </a:t>
            </a:r>
            <a:br>
              <a:rPr b="1" lang="en-US" sz="2400">
                <a:latin typeface="Arial"/>
                <a:ea typeface="Arial"/>
                <a:cs typeface="Arial"/>
                <a:sym typeface="Arial"/>
              </a:rPr>
            </a:br>
            <a:r>
              <a:rPr lang="en-US" sz="2400">
                <a:solidFill>
                  <a:srgbClr val="FF0000"/>
                </a:solidFill>
                <a:latin typeface="Arial"/>
                <a:ea typeface="Arial"/>
                <a:cs typeface="Arial"/>
                <a:sym typeface="Arial"/>
              </a:rPr>
              <a:t>			</a:t>
            </a:r>
            <a:r>
              <a:rPr lang="en-US" sz="2000">
                <a:solidFill>
                  <a:srgbClr val="C00000"/>
                </a:solidFill>
                <a:latin typeface="Arial"/>
                <a:ea typeface="Arial"/>
                <a:cs typeface="Arial"/>
                <a:sym typeface="Arial"/>
              </a:rPr>
              <a:t>Confusion Matrix</a:t>
            </a:r>
            <a:endParaRPr b="1" sz="1800">
              <a:latin typeface="Arial"/>
              <a:ea typeface="Arial"/>
              <a:cs typeface="Arial"/>
              <a:sym typeface="Arial"/>
            </a:endParaRPr>
          </a:p>
        </p:txBody>
      </p:sp>
      <p:sp>
        <p:nvSpPr>
          <p:cNvPr id="3294" name="Google Shape;3294;p41"/>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Times New Roman"/>
              <a:buNone/>
            </a:pPr>
            <a:fld id="{00000000-1234-1234-1234-123412341234}" type="slidenum">
              <a:rPr b="1" i="0" lang="en-US" sz="1600" u="none" cap="none" strike="noStrike">
                <a:solidFill>
                  <a:srgbClr val="000000"/>
                </a:solidFill>
                <a:latin typeface="Times New Roman"/>
                <a:ea typeface="Times New Roman"/>
                <a:cs typeface="Times New Roman"/>
                <a:sym typeface="Times New Roman"/>
              </a:rPr>
              <a:t>‹#›</a:t>
            </a:fld>
            <a:endParaRPr b="1" i="0" sz="1600" u="none" cap="none" strike="noStrike">
              <a:solidFill>
                <a:srgbClr val="000000"/>
              </a:solidFill>
              <a:latin typeface="Times New Roman"/>
              <a:ea typeface="Times New Roman"/>
              <a:cs typeface="Times New Roman"/>
              <a:sym typeface="Times New Roman"/>
            </a:endParaRPr>
          </a:p>
        </p:txBody>
      </p:sp>
      <p:sp>
        <p:nvSpPr>
          <p:cNvPr id="3295" name="Google Shape;3295;p41"/>
          <p:cNvSpPr txBox="1"/>
          <p:nvPr/>
        </p:nvSpPr>
        <p:spPr>
          <a:xfrm>
            <a:off x="133735" y="5003175"/>
            <a:ext cx="4608300" cy="76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296" name="Google Shape;3296;p41"/>
          <p:cNvSpPr txBox="1"/>
          <p:nvPr/>
        </p:nvSpPr>
        <p:spPr>
          <a:xfrm>
            <a:off x="5066543" y="5054025"/>
            <a:ext cx="2923685" cy="751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graphicFrame>
        <p:nvGraphicFramePr>
          <p:cNvPr id="3297" name="Google Shape;3297;p41"/>
          <p:cNvGraphicFramePr/>
          <p:nvPr/>
        </p:nvGraphicFramePr>
        <p:xfrm>
          <a:off x="6704867" y="1525136"/>
          <a:ext cx="3000000" cy="3000000"/>
        </p:xfrm>
        <a:graphic>
          <a:graphicData uri="http://schemas.openxmlformats.org/drawingml/2006/table">
            <a:tbl>
              <a:tblPr bandRow="1" firstRow="1">
                <a:noFill/>
                <a:tableStyleId>{782C5724-C846-4D5E-9A73-0D1F23194D6C}</a:tableStyleId>
              </a:tblPr>
              <a:tblGrid>
                <a:gridCol w="1143000"/>
                <a:gridCol w="1102750"/>
              </a:tblGrid>
              <a:tr h="316875">
                <a:tc gridSpan="2">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Unseen Data</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81352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Mileage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(in </a:t>
                      </a:r>
                      <a:r>
                        <a:rPr b="1" i="0" lang="en-US" sz="1600" u="none" cap="none" strike="noStrike">
                          <a:solidFill>
                            <a:schemeClr val="dk1"/>
                          </a:solidFill>
                          <a:latin typeface="Arial"/>
                          <a:ea typeface="Arial"/>
                          <a:cs typeface="Arial"/>
                          <a:sym typeface="Arial"/>
                        </a:rPr>
                        <a:t>kmpl</a:t>
                      </a:r>
                      <a:r>
                        <a:rPr b="0" i="0" lang="en-US" sz="1600" u="none" cap="none" strike="noStrike">
                          <a:solidFill>
                            <a:schemeClr val="dk1"/>
                          </a:solidFill>
                          <a:latin typeface="Arial"/>
                          <a:ea typeface="Arial"/>
                          <a:cs typeface="Arial"/>
                          <a:sym typeface="Arial"/>
                        </a:rPr>
                        <a:t>)</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Car Price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(in cr)</a:t>
                      </a:r>
                      <a:endParaRPr b="1" i="1"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511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7.5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High</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solidFill>
                      <a:srgbClr val="F2F2F2"/>
                    </a:solidFill>
                  </a:tcPr>
                </a:tc>
              </a:tr>
              <a:tr h="3511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Low</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511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solidFill>
                      <a:srgbClr val="F2F2F2"/>
                    </a:solidFill>
                  </a:tcPr>
                </a:tc>
              </a:tr>
            </a:tbl>
          </a:graphicData>
        </a:graphic>
      </p:graphicFrame>
      <p:graphicFrame>
        <p:nvGraphicFramePr>
          <p:cNvPr id="3298" name="Google Shape;3298;p41"/>
          <p:cNvGraphicFramePr/>
          <p:nvPr/>
        </p:nvGraphicFramePr>
        <p:xfrm>
          <a:off x="152400" y="1517522"/>
          <a:ext cx="3000000" cy="3000000"/>
        </p:xfrm>
        <a:graphic>
          <a:graphicData uri="http://schemas.openxmlformats.org/drawingml/2006/table">
            <a:tbl>
              <a:tblPr bandRow="1" firstRow="1">
                <a:noFill/>
                <a:tableStyleId>{782C5724-C846-4D5E-9A73-0D1F23194D6C}</a:tableStyleId>
              </a:tblPr>
              <a:tblGrid>
                <a:gridCol w="1143000"/>
                <a:gridCol w="1102750"/>
              </a:tblGrid>
              <a:tr h="86077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Mileage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(in </a:t>
                      </a:r>
                      <a:r>
                        <a:rPr b="1" i="0" lang="en-US" sz="1600" u="none" cap="none" strike="noStrike">
                          <a:solidFill>
                            <a:schemeClr val="dk1"/>
                          </a:solidFill>
                          <a:latin typeface="Arial"/>
                          <a:ea typeface="Arial"/>
                          <a:cs typeface="Arial"/>
                          <a:sym typeface="Arial"/>
                        </a:rPr>
                        <a:t>kmpl</a:t>
                      </a:r>
                      <a:r>
                        <a:rPr b="0" i="0" lang="en-US" sz="1600" u="none" cap="none" strike="noStrike">
                          <a:solidFill>
                            <a:schemeClr val="dk1"/>
                          </a:solidFill>
                          <a:latin typeface="Arial"/>
                          <a:ea typeface="Arial"/>
                          <a:cs typeface="Arial"/>
                          <a:sym typeface="Arial"/>
                        </a:rPr>
                        <a:t>)</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Car Price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(in cr)</a:t>
                      </a:r>
                      <a:endParaRPr b="1" i="1"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9.8</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High</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9.12</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Low</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High</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Low</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solidFill>
                      <a:srgbClr val="F2F2F2"/>
                    </a:solidFill>
                  </a:tcPr>
                </a:tc>
              </a:tr>
            </a:tbl>
          </a:graphicData>
        </a:graphic>
      </p:graphicFrame>
      <p:graphicFrame>
        <p:nvGraphicFramePr>
          <p:cNvPr id="3299" name="Google Shape;3299;p41"/>
          <p:cNvGraphicFramePr/>
          <p:nvPr/>
        </p:nvGraphicFramePr>
        <p:xfrm>
          <a:off x="2895600" y="1525136"/>
          <a:ext cx="3000000" cy="3000000"/>
        </p:xfrm>
        <a:graphic>
          <a:graphicData uri="http://schemas.openxmlformats.org/drawingml/2006/table">
            <a:tbl>
              <a:tblPr>
                <a:noFill/>
                <a:tableStyleId>{9B904F3D-E360-434B-99A6-6587FD23D85A}</a:tableStyleId>
              </a:tblPr>
              <a:tblGrid>
                <a:gridCol w="898975"/>
                <a:gridCol w="834325"/>
                <a:gridCol w="866650"/>
                <a:gridCol w="866650"/>
              </a:tblGrid>
              <a:tr h="271400">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PREDICTED CLASS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387075">
                <a:tc rowSpan="3">
                  <a:txBody>
                    <a:bodyPr/>
                    <a:lstStyle/>
                    <a:p>
                      <a:pPr indent="0" lvl="0" marL="0" marR="0" rtl="0" algn="ctr">
                        <a:lnSpc>
                          <a:spcPct val="100000"/>
                        </a:lnSpc>
                        <a:spcBef>
                          <a:spcPts val="0"/>
                        </a:spcBef>
                        <a:spcAft>
                          <a:spcPts val="0"/>
                        </a:spcAft>
                        <a:buClr>
                          <a:srgbClr val="0C7B9C"/>
                        </a:buClr>
                        <a:buSzPts val="1050"/>
                        <a:buFont typeface="Arial"/>
                        <a:buNone/>
                      </a:pP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ACTUAL</a:t>
                      </a:r>
                      <a:br>
                        <a:rPr b="0" i="0" lang="en-US" sz="1400" u="none" cap="none" strike="noStrike">
                          <a:solidFill>
                            <a:schemeClr val="dk1"/>
                          </a:solidFill>
                          <a:latin typeface="Arial"/>
                          <a:ea typeface="Arial"/>
                          <a:cs typeface="Arial"/>
                          <a:sym typeface="Arial"/>
                        </a:rPr>
                      </a:br>
                      <a:r>
                        <a:rPr b="0" i="0" lang="en-US" sz="1400" u="none" cap="none" strike="noStrike">
                          <a:solidFill>
                            <a:schemeClr val="dk1"/>
                          </a:solidFill>
                          <a:latin typeface="Arial"/>
                          <a:ea typeface="Arial"/>
                          <a:cs typeface="Arial"/>
                          <a:sym typeface="Arial"/>
                        </a:rPr>
                        <a:t>CLASS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a</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b</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d</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3300" name="Google Shape;3300;p41"/>
          <p:cNvPicPr preferRelativeResize="0"/>
          <p:nvPr/>
        </p:nvPicPr>
        <p:blipFill rotWithShape="1">
          <a:blip r:embed="rId3">
            <a:alphaModFix/>
          </a:blip>
          <a:srcRect b="0" l="0" r="0" t="0"/>
          <a:stretch/>
        </p:blipFill>
        <p:spPr>
          <a:xfrm>
            <a:off x="2658912" y="3648352"/>
            <a:ext cx="3869473" cy="494923"/>
          </a:xfrm>
          <a:prstGeom prst="rect">
            <a:avLst/>
          </a:prstGeom>
          <a:noFill/>
          <a:ln>
            <a:noFill/>
          </a:ln>
        </p:spPr>
      </p:pic>
      <p:sp>
        <p:nvSpPr>
          <p:cNvPr id="3301" name="Google Shape;3301;p41"/>
          <p:cNvSpPr txBox="1"/>
          <p:nvPr/>
        </p:nvSpPr>
        <p:spPr>
          <a:xfrm>
            <a:off x="1524896" y="5867980"/>
            <a:ext cx="18261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Accuracy: 99%</a:t>
            </a:r>
            <a:endParaRPr b="0" i="0" sz="1400" u="none" cap="none" strike="noStrike">
              <a:solidFill>
                <a:srgbClr val="000000"/>
              </a:solidFill>
              <a:latin typeface="Arial"/>
              <a:ea typeface="Arial"/>
              <a:cs typeface="Arial"/>
              <a:sym typeface="Arial"/>
            </a:endParaRPr>
          </a:p>
        </p:txBody>
      </p:sp>
      <p:sp>
        <p:nvSpPr>
          <p:cNvPr id="3302" name="Google Shape;3302;p41"/>
          <p:cNvSpPr txBox="1"/>
          <p:nvPr/>
        </p:nvSpPr>
        <p:spPr>
          <a:xfrm>
            <a:off x="5791796" y="5929238"/>
            <a:ext cx="18261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Accuracy: 50%</a:t>
            </a:r>
            <a:endParaRPr b="0" i="0" sz="1400" u="none" cap="none" strike="noStrike">
              <a:solidFill>
                <a:srgbClr val="000000"/>
              </a:solidFill>
              <a:latin typeface="Arial"/>
              <a:ea typeface="Arial"/>
              <a:cs typeface="Arial"/>
              <a:sym typeface="Arial"/>
            </a:endParaRPr>
          </a:p>
        </p:txBody>
      </p:sp>
      <p:sp>
        <p:nvSpPr>
          <p:cNvPr id="3303" name="Google Shape;3303;p41"/>
          <p:cNvSpPr/>
          <p:nvPr/>
        </p:nvSpPr>
        <p:spPr>
          <a:xfrm>
            <a:off x="2398150" y="4315032"/>
            <a:ext cx="4572000" cy="584775"/>
          </a:xfrm>
          <a:prstGeom prst="rect">
            <a:avLst/>
          </a:prstGeom>
          <a:noFill/>
          <a:ln>
            <a:noFill/>
          </a:ln>
        </p:spPr>
        <p:txBody>
          <a:bodyPr anchorCtr="0" anchor="t" bIns="45700" lIns="91425" spcFirstLastPara="1" rIns="91425" wrap="square" tIns="45700">
            <a:spAutoFit/>
          </a:bodyPr>
          <a:lstStyle/>
          <a:p>
            <a:pPr indent="0" lvl="1" marL="457200" marR="0" rtl="0" algn="l">
              <a:lnSpc>
                <a:spcPct val="100000"/>
              </a:lnSpc>
              <a:spcBef>
                <a:spcPts val="0"/>
              </a:spcBef>
              <a:spcAft>
                <a:spcPts val="0"/>
              </a:spcAft>
              <a:buClr>
                <a:srgbClr val="0070C0"/>
              </a:buClr>
              <a:buSzPts val="1600"/>
              <a:buFont typeface="Noto Sans Symbols"/>
              <a:buNone/>
            </a:pPr>
            <a:r>
              <a:rPr b="0" i="0" lang="en-US" sz="1600" u="none" cap="none" strike="noStrike">
                <a:solidFill>
                  <a:srgbClr val="0070C0"/>
                </a:solidFill>
                <a:latin typeface="Arial"/>
                <a:ea typeface="Arial"/>
                <a:cs typeface="Arial"/>
                <a:sym typeface="Arial"/>
              </a:rPr>
              <a:t>Most effective when the class distribution is relatively balanced</a:t>
            </a:r>
            <a:endParaRPr b="0" i="0" sz="1600" u="none" cap="none" strike="noStrike">
              <a:solidFill>
                <a:srgbClr val="0070C0"/>
              </a:solidFill>
              <a:latin typeface="Arial"/>
              <a:ea typeface="Arial"/>
              <a:cs typeface="Arial"/>
              <a:sym typeface="Arial"/>
            </a:endParaRPr>
          </a:p>
        </p:txBody>
      </p:sp>
      <p:pic>
        <p:nvPicPr>
          <p:cNvPr id="3304" name="Google Shape;3304;p41"/>
          <p:cNvPicPr preferRelativeResize="0"/>
          <p:nvPr/>
        </p:nvPicPr>
        <p:blipFill rotWithShape="1">
          <a:blip r:embed="rId4">
            <a:alphaModFix/>
          </a:blip>
          <a:srcRect b="0" l="0" r="0" t="0"/>
          <a:stretch/>
        </p:blipFill>
        <p:spPr>
          <a:xfrm>
            <a:off x="0" y="5042774"/>
            <a:ext cx="4572000" cy="798000"/>
          </a:xfrm>
          <a:prstGeom prst="rect">
            <a:avLst/>
          </a:prstGeom>
          <a:noFill/>
          <a:ln>
            <a:noFill/>
          </a:ln>
        </p:spPr>
      </p:pic>
      <p:pic>
        <p:nvPicPr>
          <p:cNvPr id="3305" name="Google Shape;3305;p41"/>
          <p:cNvPicPr preferRelativeResize="0"/>
          <p:nvPr/>
        </p:nvPicPr>
        <p:blipFill rotWithShape="1">
          <a:blip r:embed="rId5">
            <a:alphaModFix/>
          </a:blip>
          <a:srcRect b="0" l="0" r="0" t="0"/>
          <a:stretch/>
        </p:blipFill>
        <p:spPr>
          <a:xfrm>
            <a:off x="5207999" y="5167924"/>
            <a:ext cx="2995481" cy="79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0" name="Shape 3310"/>
        <p:cNvGrpSpPr/>
        <p:nvPr/>
      </p:nvGrpSpPr>
      <p:grpSpPr>
        <a:xfrm>
          <a:off x="0" y="0"/>
          <a:ext cx="0" cy="0"/>
          <a:chOff x="0" y="0"/>
          <a:chExt cx="0" cy="0"/>
        </a:xfrm>
      </p:grpSpPr>
      <p:sp>
        <p:nvSpPr>
          <p:cNvPr id="3311" name="Google Shape;3311;p42"/>
          <p:cNvSpPr txBox="1"/>
          <p:nvPr>
            <p:ph type="title"/>
          </p:nvPr>
        </p:nvSpPr>
        <p:spPr>
          <a:xfrm>
            <a:off x="309519" y="246233"/>
            <a:ext cx="7539081" cy="1015663"/>
          </a:xfrm>
          <a:prstGeom prst="rect">
            <a:avLst/>
          </a:prstGeom>
          <a:noFill/>
          <a:ln>
            <a:noFill/>
          </a:ln>
        </p:spPr>
        <p:txBody>
          <a:bodyPr anchorCtr="0" anchor="ctr" bIns="45700" lIns="91425" spcFirstLastPara="1" rIns="91425" wrap="square" tIns="45700">
            <a:spAutoFit/>
          </a:bodyPr>
          <a:lstStyle/>
          <a:p>
            <a:pPr indent="28575" lvl="0" marL="85725"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Evaluation of Classification Model  </a:t>
            </a:r>
            <a:br>
              <a:rPr b="1" lang="en-US" sz="2400">
                <a:latin typeface="Arial"/>
                <a:ea typeface="Arial"/>
                <a:cs typeface="Arial"/>
                <a:sym typeface="Arial"/>
              </a:rPr>
            </a:br>
            <a:r>
              <a:rPr b="1" lang="en-US" sz="2400">
                <a:latin typeface="Arial"/>
                <a:ea typeface="Arial"/>
                <a:cs typeface="Arial"/>
                <a:sym typeface="Arial"/>
              </a:rPr>
              <a:t>				</a:t>
            </a:r>
            <a:r>
              <a:rPr lang="en-US" sz="2000">
                <a:solidFill>
                  <a:srgbClr val="C00000"/>
                </a:solidFill>
                <a:latin typeface="Arial"/>
                <a:ea typeface="Arial"/>
                <a:cs typeface="Arial"/>
                <a:sym typeface="Arial"/>
              </a:rPr>
              <a:t>Confusion Matrix</a:t>
            </a:r>
            <a:endParaRPr b="1" sz="1800">
              <a:latin typeface="Arial"/>
              <a:ea typeface="Arial"/>
              <a:cs typeface="Arial"/>
              <a:sym typeface="Arial"/>
            </a:endParaRPr>
          </a:p>
        </p:txBody>
      </p:sp>
      <p:sp>
        <p:nvSpPr>
          <p:cNvPr id="3312" name="Google Shape;3312;p42"/>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Times New Roman"/>
              <a:buNone/>
            </a:pPr>
            <a:fld id="{00000000-1234-1234-1234-123412341234}" type="slidenum">
              <a:rPr b="1" i="0" lang="en-US" sz="1600" u="none" cap="none" strike="noStrike">
                <a:solidFill>
                  <a:srgbClr val="000000"/>
                </a:solidFill>
                <a:latin typeface="Times New Roman"/>
                <a:ea typeface="Times New Roman"/>
                <a:cs typeface="Times New Roman"/>
                <a:sym typeface="Times New Roman"/>
              </a:rPr>
              <a:t>‹#›</a:t>
            </a:fld>
            <a:endParaRPr b="1" i="0" sz="1600" u="none" cap="none" strike="noStrike">
              <a:solidFill>
                <a:srgbClr val="000000"/>
              </a:solidFill>
              <a:latin typeface="Times New Roman"/>
              <a:ea typeface="Times New Roman"/>
              <a:cs typeface="Times New Roman"/>
              <a:sym typeface="Times New Roman"/>
            </a:endParaRPr>
          </a:p>
        </p:txBody>
      </p:sp>
      <p:sp>
        <p:nvSpPr>
          <p:cNvPr id="3313" name="Google Shape;3313;p42"/>
          <p:cNvSpPr txBox="1"/>
          <p:nvPr/>
        </p:nvSpPr>
        <p:spPr>
          <a:xfrm>
            <a:off x="133747" y="5054025"/>
            <a:ext cx="4608441" cy="7614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314" name="Google Shape;3314;p42"/>
          <p:cNvSpPr txBox="1"/>
          <p:nvPr/>
        </p:nvSpPr>
        <p:spPr>
          <a:xfrm>
            <a:off x="5066543" y="5054025"/>
            <a:ext cx="2923685" cy="751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pic>
        <p:nvPicPr>
          <p:cNvPr id="3315" name="Google Shape;3315;p42"/>
          <p:cNvPicPr preferRelativeResize="0"/>
          <p:nvPr/>
        </p:nvPicPr>
        <p:blipFill rotWithShape="1">
          <a:blip r:embed="rId3">
            <a:alphaModFix/>
          </a:blip>
          <a:srcRect b="0" l="0" r="0" t="0"/>
          <a:stretch/>
        </p:blipFill>
        <p:spPr>
          <a:xfrm>
            <a:off x="4360127" y="3648352"/>
            <a:ext cx="3869473" cy="494923"/>
          </a:xfrm>
          <a:prstGeom prst="rect">
            <a:avLst/>
          </a:prstGeom>
          <a:noFill/>
          <a:ln>
            <a:noFill/>
          </a:ln>
        </p:spPr>
      </p:pic>
      <p:sp>
        <p:nvSpPr>
          <p:cNvPr id="3316" name="Google Shape;3316;p42"/>
          <p:cNvSpPr txBox="1"/>
          <p:nvPr/>
        </p:nvSpPr>
        <p:spPr>
          <a:xfrm>
            <a:off x="1524896" y="5867980"/>
            <a:ext cx="18261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Accuracy: 99%</a:t>
            </a:r>
            <a:endParaRPr b="0" i="0" sz="1400" u="none" cap="none" strike="noStrike">
              <a:solidFill>
                <a:srgbClr val="000000"/>
              </a:solidFill>
              <a:latin typeface="Arial"/>
              <a:ea typeface="Arial"/>
              <a:cs typeface="Arial"/>
              <a:sym typeface="Arial"/>
            </a:endParaRPr>
          </a:p>
        </p:txBody>
      </p:sp>
      <p:sp>
        <p:nvSpPr>
          <p:cNvPr id="3317" name="Google Shape;3317;p42"/>
          <p:cNvSpPr txBox="1"/>
          <p:nvPr/>
        </p:nvSpPr>
        <p:spPr>
          <a:xfrm>
            <a:off x="5791796" y="5929238"/>
            <a:ext cx="18261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Accuracy: 50%</a:t>
            </a:r>
            <a:endParaRPr b="0" i="0" sz="1400" u="none" cap="none" strike="noStrike">
              <a:solidFill>
                <a:srgbClr val="000000"/>
              </a:solidFill>
              <a:latin typeface="Arial"/>
              <a:ea typeface="Arial"/>
              <a:cs typeface="Arial"/>
              <a:sym typeface="Arial"/>
            </a:endParaRPr>
          </a:p>
        </p:txBody>
      </p:sp>
      <p:graphicFrame>
        <p:nvGraphicFramePr>
          <p:cNvPr id="3318" name="Google Shape;3318;p42"/>
          <p:cNvGraphicFramePr/>
          <p:nvPr/>
        </p:nvGraphicFramePr>
        <p:xfrm>
          <a:off x="457200" y="1556896"/>
          <a:ext cx="3000000" cy="3000000"/>
        </p:xfrm>
        <a:graphic>
          <a:graphicData uri="http://schemas.openxmlformats.org/drawingml/2006/table">
            <a:tbl>
              <a:tblPr>
                <a:noFill/>
                <a:tableStyleId>{9B904F3D-E360-434B-99A6-6587FD23D85A}</a:tableStyleId>
              </a:tblPr>
              <a:tblGrid>
                <a:gridCol w="898975"/>
                <a:gridCol w="834325"/>
                <a:gridCol w="866650"/>
                <a:gridCol w="866650"/>
              </a:tblGrid>
              <a:tr h="271400">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PREDICTED CLASS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387075">
                <a:tc rowSpan="3">
                  <a:txBody>
                    <a:bodyPr/>
                    <a:lstStyle/>
                    <a:p>
                      <a:pPr indent="0" lvl="0" marL="0" marR="0" rtl="0" algn="ctr">
                        <a:lnSpc>
                          <a:spcPct val="100000"/>
                        </a:lnSpc>
                        <a:spcBef>
                          <a:spcPts val="0"/>
                        </a:spcBef>
                        <a:spcAft>
                          <a:spcPts val="0"/>
                        </a:spcAft>
                        <a:buClr>
                          <a:srgbClr val="0C7B9C"/>
                        </a:buClr>
                        <a:buSzPts val="1050"/>
                        <a:buFont typeface="Arial"/>
                        <a:buNone/>
                      </a:pP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ACTUAL</a:t>
                      </a:r>
                      <a:br>
                        <a:rPr b="0" i="0" lang="en-US" sz="1400" u="none" cap="none" strike="noStrike">
                          <a:solidFill>
                            <a:schemeClr val="dk1"/>
                          </a:solidFill>
                          <a:latin typeface="Arial"/>
                          <a:ea typeface="Arial"/>
                          <a:cs typeface="Arial"/>
                          <a:sym typeface="Arial"/>
                        </a:rPr>
                      </a:br>
                      <a:r>
                        <a:rPr b="0" i="0" lang="en-US" sz="1400" u="none" cap="none" strike="noStrike">
                          <a:solidFill>
                            <a:schemeClr val="dk1"/>
                          </a:solidFill>
                          <a:latin typeface="Arial"/>
                          <a:ea typeface="Arial"/>
                          <a:cs typeface="Arial"/>
                          <a:sym typeface="Arial"/>
                        </a:rPr>
                        <a:t>CLASS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10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990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319" name="Google Shape;3319;p42"/>
          <p:cNvGraphicFramePr/>
          <p:nvPr/>
        </p:nvGraphicFramePr>
        <p:xfrm>
          <a:off x="5065837" y="1556896"/>
          <a:ext cx="3000000" cy="3000000"/>
        </p:xfrm>
        <a:graphic>
          <a:graphicData uri="http://schemas.openxmlformats.org/drawingml/2006/table">
            <a:tbl>
              <a:tblPr>
                <a:noFill/>
                <a:tableStyleId>{9B904F3D-E360-434B-99A6-6587FD23D85A}</a:tableStyleId>
              </a:tblPr>
              <a:tblGrid>
                <a:gridCol w="898975"/>
                <a:gridCol w="834325"/>
                <a:gridCol w="866650"/>
                <a:gridCol w="866650"/>
              </a:tblGrid>
              <a:tr h="271400">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PREDICTED CLASS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387075">
                <a:tc rowSpan="3">
                  <a:txBody>
                    <a:bodyPr/>
                    <a:lstStyle/>
                    <a:p>
                      <a:pPr indent="0" lvl="0" marL="0" marR="0" rtl="0" algn="ctr">
                        <a:lnSpc>
                          <a:spcPct val="100000"/>
                        </a:lnSpc>
                        <a:spcBef>
                          <a:spcPts val="0"/>
                        </a:spcBef>
                        <a:spcAft>
                          <a:spcPts val="0"/>
                        </a:spcAft>
                        <a:buClr>
                          <a:srgbClr val="0C7B9C"/>
                        </a:buClr>
                        <a:buSzPts val="1050"/>
                        <a:buFont typeface="Arial"/>
                        <a:buNone/>
                      </a:pP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ACTUAL</a:t>
                      </a:r>
                      <a:br>
                        <a:rPr b="0" i="0" lang="en-US" sz="1400" u="none" cap="none" strike="noStrike">
                          <a:solidFill>
                            <a:schemeClr val="dk1"/>
                          </a:solidFill>
                          <a:latin typeface="Arial"/>
                          <a:ea typeface="Arial"/>
                          <a:cs typeface="Arial"/>
                          <a:sym typeface="Arial"/>
                        </a:rPr>
                      </a:br>
                      <a:r>
                        <a:rPr b="0" i="0" lang="en-US" sz="1400" u="none" cap="none" strike="noStrike">
                          <a:solidFill>
                            <a:schemeClr val="dk1"/>
                          </a:solidFill>
                          <a:latin typeface="Arial"/>
                          <a:ea typeface="Arial"/>
                          <a:cs typeface="Arial"/>
                          <a:sym typeface="Arial"/>
                        </a:rPr>
                        <a:t>CLASS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10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500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490</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320" name="Google Shape;3320;p42"/>
          <p:cNvSpPr/>
          <p:nvPr/>
        </p:nvSpPr>
        <p:spPr>
          <a:xfrm>
            <a:off x="5047006" y="4374137"/>
            <a:ext cx="227177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Which model is better?</a:t>
            </a:r>
            <a:endParaRPr b="0" i="0" sz="1600" u="none" cap="none" strike="noStrike">
              <a:solidFill>
                <a:srgbClr val="C00000"/>
              </a:solidFill>
              <a:latin typeface="Arial"/>
              <a:ea typeface="Arial"/>
              <a:cs typeface="Arial"/>
              <a:sym typeface="Arial"/>
            </a:endParaRPr>
          </a:p>
        </p:txBody>
      </p:sp>
      <p:sp>
        <p:nvSpPr>
          <p:cNvPr id="3321" name="Google Shape;3321;p42"/>
          <p:cNvSpPr/>
          <p:nvPr/>
        </p:nvSpPr>
        <p:spPr>
          <a:xfrm>
            <a:off x="223064" y="3662845"/>
            <a:ext cx="3434535" cy="14496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a model predicts everything to be class NO, accuracy is 990/1000 = 99 %. This is </a:t>
            </a:r>
            <a:r>
              <a:rPr b="0" i="0" lang="en-US" sz="1400" u="none" cap="none" strike="noStrike">
                <a:solidFill>
                  <a:srgbClr val="C00000"/>
                </a:solidFill>
                <a:latin typeface="Arial"/>
                <a:ea typeface="Arial"/>
                <a:cs typeface="Arial"/>
                <a:sym typeface="Arial"/>
              </a:rPr>
              <a:t>misleading</a:t>
            </a:r>
            <a:r>
              <a:rPr b="0" i="0" lang="en-US" sz="1400" u="none" cap="none" strike="noStrike">
                <a:solidFill>
                  <a:srgbClr val="000000"/>
                </a:solidFill>
                <a:latin typeface="Arial"/>
                <a:ea typeface="Arial"/>
                <a:cs typeface="Arial"/>
                <a:sym typeface="Arial"/>
              </a:rPr>
              <a:t> because this trivial model does not detect any class YES example</a:t>
            </a:r>
            <a:endParaRPr b="0" i="0" sz="1400" u="none" cap="none" strike="noStrike">
              <a:solidFill>
                <a:srgbClr val="000000"/>
              </a:solidFill>
              <a:latin typeface="Arial"/>
              <a:ea typeface="Arial"/>
              <a:cs typeface="Arial"/>
              <a:sym typeface="Arial"/>
            </a:endParaRPr>
          </a:p>
          <a:p>
            <a:pPr indent="0" lvl="1" marL="0" marR="0" rtl="0" algn="l">
              <a:lnSpc>
                <a:spcPct val="9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Detecting the </a:t>
            </a:r>
            <a:r>
              <a:rPr b="0" i="0" lang="en-US" sz="1400" u="none" cap="none" strike="noStrike">
                <a:solidFill>
                  <a:srgbClr val="C00000"/>
                </a:solidFill>
                <a:latin typeface="Arial"/>
                <a:ea typeface="Arial"/>
                <a:cs typeface="Arial"/>
                <a:sym typeface="Arial"/>
              </a:rPr>
              <a:t>rare class</a:t>
            </a:r>
            <a:r>
              <a:rPr b="0" i="0" lang="en-US" sz="1400" u="none" cap="none" strike="noStrike">
                <a:solidFill>
                  <a:srgbClr val="000000"/>
                </a:solidFill>
                <a:latin typeface="Arial"/>
                <a:ea typeface="Arial"/>
                <a:cs typeface="Arial"/>
                <a:sym typeface="Arial"/>
              </a:rPr>
              <a:t> is usually more interesting (e.g., frauds, intrusions, defects, etc)</a:t>
            </a:r>
            <a:endParaRPr b="0" i="0" sz="1400" u="none" cap="none" strike="noStrike">
              <a:solidFill>
                <a:srgbClr val="000000"/>
              </a:solidFill>
              <a:latin typeface="Arial"/>
              <a:ea typeface="Arial"/>
              <a:cs typeface="Arial"/>
              <a:sym typeface="Arial"/>
            </a:endParaRPr>
          </a:p>
        </p:txBody>
      </p:sp>
      <p:pic>
        <p:nvPicPr>
          <p:cNvPr id="3322" name="Google Shape;3322;p42"/>
          <p:cNvPicPr preferRelativeResize="0"/>
          <p:nvPr/>
        </p:nvPicPr>
        <p:blipFill rotWithShape="1">
          <a:blip r:embed="rId4">
            <a:alphaModFix/>
          </a:blip>
          <a:srcRect b="0" l="0" r="0" t="0"/>
          <a:stretch/>
        </p:blipFill>
        <p:spPr>
          <a:xfrm>
            <a:off x="0" y="5042774"/>
            <a:ext cx="4572000" cy="798000"/>
          </a:xfrm>
          <a:prstGeom prst="rect">
            <a:avLst/>
          </a:prstGeom>
          <a:noFill/>
          <a:ln>
            <a:noFill/>
          </a:ln>
        </p:spPr>
      </p:pic>
      <p:pic>
        <p:nvPicPr>
          <p:cNvPr id="3323" name="Google Shape;3323;p42"/>
          <p:cNvPicPr preferRelativeResize="0"/>
          <p:nvPr/>
        </p:nvPicPr>
        <p:blipFill rotWithShape="1">
          <a:blip r:embed="rId5">
            <a:alphaModFix/>
          </a:blip>
          <a:srcRect b="0" l="0" r="0" t="0"/>
          <a:stretch/>
        </p:blipFill>
        <p:spPr>
          <a:xfrm>
            <a:off x="5207999" y="5167924"/>
            <a:ext cx="2995481" cy="79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8" name="Shape 3328"/>
        <p:cNvGrpSpPr/>
        <p:nvPr/>
      </p:nvGrpSpPr>
      <p:grpSpPr>
        <a:xfrm>
          <a:off x="0" y="0"/>
          <a:ext cx="0" cy="0"/>
          <a:chOff x="0" y="0"/>
          <a:chExt cx="0" cy="0"/>
        </a:xfrm>
      </p:grpSpPr>
      <p:sp>
        <p:nvSpPr>
          <p:cNvPr id="3329" name="Google Shape;3329;p43"/>
          <p:cNvSpPr txBox="1"/>
          <p:nvPr>
            <p:ph type="title"/>
          </p:nvPr>
        </p:nvSpPr>
        <p:spPr>
          <a:xfrm>
            <a:off x="309519" y="246233"/>
            <a:ext cx="7539081" cy="1015663"/>
          </a:xfrm>
          <a:prstGeom prst="rect">
            <a:avLst/>
          </a:prstGeom>
          <a:noFill/>
          <a:ln>
            <a:noFill/>
          </a:ln>
        </p:spPr>
        <p:txBody>
          <a:bodyPr anchorCtr="0" anchor="ctr" bIns="45700" lIns="91425" spcFirstLastPara="1" rIns="91425" wrap="square" tIns="45700">
            <a:spAutoFit/>
          </a:bodyPr>
          <a:lstStyle/>
          <a:p>
            <a:pPr indent="28575" lvl="0" marL="85725"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Evaluation of Classification Model  </a:t>
            </a:r>
            <a:br>
              <a:rPr b="1" lang="en-US" sz="2400">
                <a:latin typeface="Arial"/>
                <a:ea typeface="Arial"/>
                <a:cs typeface="Arial"/>
                <a:sym typeface="Arial"/>
              </a:rPr>
            </a:br>
            <a:r>
              <a:rPr b="1" lang="en-US" sz="2400">
                <a:latin typeface="Arial"/>
                <a:ea typeface="Arial"/>
                <a:cs typeface="Arial"/>
                <a:sym typeface="Arial"/>
              </a:rPr>
              <a:t>				</a:t>
            </a:r>
            <a:r>
              <a:rPr lang="en-US" sz="2000">
                <a:solidFill>
                  <a:srgbClr val="C00000"/>
                </a:solidFill>
                <a:latin typeface="Arial"/>
                <a:ea typeface="Arial"/>
                <a:cs typeface="Arial"/>
                <a:sym typeface="Arial"/>
              </a:rPr>
              <a:t>Confusion Matrix</a:t>
            </a:r>
            <a:endParaRPr b="1" sz="1800">
              <a:latin typeface="Arial"/>
              <a:ea typeface="Arial"/>
              <a:cs typeface="Arial"/>
              <a:sym typeface="Arial"/>
            </a:endParaRPr>
          </a:p>
        </p:txBody>
      </p:sp>
      <p:sp>
        <p:nvSpPr>
          <p:cNvPr id="3330" name="Google Shape;3330;p43"/>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Times New Roman"/>
              <a:buNone/>
            </a:pPr>
            <a:fld id="{00000000-1234-1234-1234-123412341234}" type="slidenum">
              <a:rPr b="1" i="0" lang="en-US" sz="1600" u="none" cap="none" strike="noStrike">
                <a:solidFill>
                  <a:srgbClr val="000000"/>
                </a:solidFill>
                <a:latin typeface="Times New Roman"/>
                <a:ea typeface="Times New Roman"/>
                <a:cs typeface="Times New Roman"/>
                <a:sym typeface="Times New Roman"/>
              </a:rPr>
              <a:t>‹#›</a:t>
            </a:fld>
            <a:endParaRPr b="1" i="0" sz="1600" u="none" cap="none" strike="noStrike">
              <a:solidFill>
                <a:srgbClr val="000000"/>
              </a:solidFill>
              <a:latin typeface="Times New Roman"/>
              <a:ea typeface="Times New Roman"/>
              <a:cs typeface="Times New Roman"/>
              <a:sym typeface="Times New Roman"/>
            </a:endParaRPr>
          </a:p>
        </p:txBody>
      </p:sp>
      <p:graphicFrame>
        <p:nvGraphicFramePr>
          <p:cNvPr id="3331" name="Google Shape;3331;p43"/>
          <p:cNvGraphicFramePr/>
          <p:nvPr/>
        </p:nvGraphicFramePr>
        <p:xfrm>
          <a:off x="457200" y="1556896"/>
          <a:ext cx="3000000" cy="3000000"/>
        </p:xfrm>
        <a:graphic>
          <a:graphicData uri="http://schemas.openxmlformats.org/drawingml/2006/table">
            <a:tbl>
              <a:tblPr>
                <a:noFill/>
                <a:tableStyleId>{9B904F3D-E360-434B-99A6-6587FD23D85A}</a:tableStyleId>
              </a:tblPr>
              <a:tblGrid>
                <a:gridCol w="898975"/>
                <a:gridCol w="834325"/>
                <a:gridCol w="866650"/>
                <a:gridCol w="866650"/>
              </a:tblGrid>
              <a:tr h="271400">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PREDICTED CLASS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387075">
                <a:tc rowSpan="3">
                  <a:txBody>
                    <a:bodyPr/>
                    <a:lstStyle/>
                    <a:p>
                      <a:pPr indent="0" lvl="0" marL="0" marR="0" rtl="0" algn="ctr">
                        <a:lnSpc>
                          <a:spcPct val="100000"/>
                        </a:lnSpc>
                        <a:spcBef>
                          <a:spcPts val="0"/>
                        </a:spcBef>
                        <a:spcAft>
                          <a:spcPts val="0"/>
                        </a:spcAft>
                        <a:buClr>
                          <a:srgbClr val="0C7B9C"/>
                        </a:buClr>
                        <a:buSzPts val="1050"/>
                        <a:buFont typeface="Arial"/>
                        <a:buNone/>
                      </a:pP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ACTUAL</a:t>
                      </a:r>
                      <a:br>
                        <a:rPr b="0" i="0" lang="en-US" sz="1400" u="none" cap="none" strike="noStrike">
                          <a:solidFill>
                            <a:schemeClr val="dk1"/>
                          </a:solidFill>
                          <a:latin typeface="Arial"/>
                          <a:ea typeface="Arial"/>
                          <a:cs typeface="Arial"/>
                          <a:sym typeface="Arial"/>
                        </a:rPr>
                      </a:br>
                      <a:r>
                        <a:rPr b="0" i="0" lang="en-US" sz="1400" u="none" cap="none" strike="noStrike">
                          <a:solidFill>
                            <a:schemeClr val="dk1"/>
                          </a:solidFill>
                          <a:latin typeface="Arial"/>
                          <a:ea typeface="Arial"/>
                          <a:cs typeface="Arial"/>
                          <a:sym typeface="Arial"/>
                        </a:rPr>
                        <a:t>CLASS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1050"/>
                        <a:buFont typeface="Arial"/>
                        <a:buNone/>
                      </a:pPr>
                      <a:r>
                        <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Low</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a</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b</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7075">
                <a:tc vMerge="1"/>
                <a:tc>
                  <a:txBody>
                    <a:bodyPr/>
                    <a:lstStyle/>
                    <a:p>
                      <a:pPr indent="0" lvl="0" marL="0" marR="0" rtl="0" algn="l">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Class=</a:t>
                      </a:r>
                      <a:endParaRPr sz="1400" u="none" cap="none" strike="noStrike"/>
                    </a:p>
                    <a:p>
                      <a:pPr indent="0" lvl="0" marL="0" marR="0" rtl="0" algn="l">
                        <a:lnSpc>
                          <a:spcPct val="100000"/>
                        </a:lnSpc>
                        <a:spcBef>
                          <a:spcPts val="54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High</a:t>
                      </a:r>
                      <a:endParaRPr b="0" i="0" sz="14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c</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(FP)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050"/>
                        <a:buFont typeface="Arial"/>
                        <a:buNone/>
                      </a:pPr>
                      <a:r>
                        <a:rPr b="0" i="0" lang="en-US" sz="1400" u="none" cap="none" strike="noStrike">
                          <a:solidFill>
                            <a:schemeClr val="dk1"/>
                          </a:solidFill>
                          <a:latin typeface="Arial"/>
                          <a:ea typeface="Arial"/>
                          <a:cs typeface="Arial"/>
                          <a:sym typeface="Arial"/>
                        </a:rPr>
                        <a:t>d</a:t>
                      </a:r>
                      <a:br>
                        <a:rPr b="0" i="0" lang="en-US" sz="1400" u="none" cap="none" strike="noStrike">
                          <a:solidFill>
                            <a:schemeClr val="dk1"/>
                          </a:solidFill>
                          <a:latin typeface="Arial"/>
                          <a:ea typeface="Arial"/>
                          <a:cs typeface="Arial"/>
                          <a:sym typeface="Arial"/>
                        </a:rPr>
                      </a:br>
                      <a:r>
                        <a:rPr b="0" i="0" lang="en-US" sz="1400" u="none" cap="none" strike="noStrike">
                          <a:solidFill>
                            <a:srgbClr val="FF0000"/>
                          </a:solidFill>
                          <a:latin typeface="Arial"/>
                          <a:ea typeface="Arial"/>
                          <a:cs typeface="Arial"/>
                          <a:sym typeface="Arial"/>
                        </a:rPr>
                        <a:t>(TN)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3332" name="Google Shape;3332;p43"/>
          <p:cNvPicPr preferRelativeResize="0"/>
          <p:nvPr/>
        </p:nvPicPr>
        <p:blipFill rotWithShape="1">
          <a:blip r:embed="rId3">
            <a:alphaModFix/>
          </a:blip>
          <a:srcRect b="0" l="0" r="0" t="0"/>
          <a:stretch/>
        </p:blipFill>
        <p:spPr>
          <a:xfrm>
            <a:off x="4343400" y="1291654"/>
            <a:ext cx="5560034" cy="5096698"/>
          </a:xfrm>
          <a:prstGeom prst="rect">
            <a:avLst/>
          </a:prstGeom>
          <a:noFill/>
          <a:ln>
            <a:noFill/>
          </a:ln>
        </p:spPr>
      </p:pic>
      <p:pic>
        <p:nvPicPr>
          <p:cNvPr id="3333" name="Google Shape;3333;p43"/>
          <p:cNvPicPr preferRelativeResize="0"/>
          <p:nvPr/>
        </p:nvPicPr>
        <p:blipFill rotWithShape="1">
          <a:blip r:embed="rId4">
            <a:alphaModFix/>
          </a:blip>
          <a:srcRect b="0" l="0" r="0" t="0"/>
          <a:stretch/>
        </p:blipFill>
        <p:spPr>
          <a:xfrm>
            <a:off x="517975" y="4058223"/>
            <a:ext cx="3345042" cy="2064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7" name="Shape 3337"/>
        <p:cNvGrpSpPr/>
        <p:nvPr/>
      </p:nvGrpSpPr>
      <p:grpSpPr>
        <a:xfrm>
          <a:off x="0" y="0"/>
          <a:ext cx="0" cy="0"/>
          <a:chOff x="0" y="0"/>
          <a:chExt cx="0" cy="0"/>
        </a:xfrm>
      </p:grpSpPr>
      <p:sp>
        <p:nvSpPr>
          <p:cNvPr id="3338" name="Google Shape;3338;p44"/>
          <p:cNvSpPr txBox="1"/>
          <p:nvPr>
            <p:ph type="title"/>
          </p:nvPr>
        </p:nvSpPr>
        <p:spPr>
          <a:xfrm>
            <a:off x="228600" y="486896"/>
            <a:ext cx="8280400" cy="4000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Which Classifier is better?</a:t>
            </a:r>
            <a:br>
              <a:rPr b="1" lang="en-US" sz="2400">
                <a:latin typeface="Arial"/>
                <a:ea typeface="Arial"/>
                <a:cs typeface="Arial"/>
                <a:sym typeface="Arial"/>
              </a:rPr>
            </a:br>
            <a:r>
              <a:rPr b="1" lang="en-US" sz="2400">
                <a:latin typeface="Arial"/>
                <a:ea typeface="Arial"/>
                <a:cs typeface="Arial"/>
                <a:sym typeface="Arial"/>
              </a:rPr>
              <a:t>						</a:t>
            </a:r>
            <a:r>
              <a:rPr lang="en-US" sz="2000">
                <a:solidFill>
                  <a:srgbClr val="C00000"/>
                </a:solidFill>
                <a:latin typeface="Arial"/>
                <a:ea typeface="Arial"/>
                <a:cs typeface="Arial"/>
                <a:sym typeface="Arial"/>
              </a:rPr>
              <a:t>Low Skew Case</a:t>
            </a:r>
            <a:endParaRPr b="1" sz="2000">
              <a:latin typeface="Arial"/>
              <a:ea typeface="Arial"/>
              <a:cs typeface="Arial"/>
              <a:sym typeface="Arial"/>
            </a:endParaRPr>
          </a:p>
        </p:txBody>
      </p:sp>
      <p:pic>
        <p:nvPicPr>
          <p:cNvPr id="3339" name="Google Shape;3339;p44"/>
          <p:cNvPicPr preferRelativeResize="0"/>
          <p:nvPr/>
        </p:nvPicPr>
        <p:blipFill rotWithShape="1">
          <a:blip r:embed="rId3">
            <a:alphaModFix/>
          </a:blip>
          <a:srcRect b="0" l="0" r="0" t="0"/>
          <a:stretch/>
        </p:blipFill>
        <p:spPr>
          <a:xfrm>
            <a:off x="5530038" y="1657350"/>
            <a:ext cx="1815703" cy="676275"/>
          </a:xfrm>
          <a:prstGeom prst="rect">
            <a:avLst/>
          </a:prstGeom>
          <a:noFill/>
          <a:ln>
            <a:noFill/>
          </a:ln>
        </p:spPr>
      </p:pic>
      <p:graphicFrame>
        <p:nvGraphicFramePr>
          <p:cNvPr id="3340" name="Google Shape;3340;p44"/>
          <p:cNvGraphicFramePr/>
          <p:nvPr/>
        </p:nvGraphicFramePr>
        <p:xfrm>
          <a:off x="1371600" y="1828801"/>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43350">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T1</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52325">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750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50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50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55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341" name="Google Shape;3341;p44"/>
          <p:cNvGraphicFramePr/>
          <p:nvPr/>
        </p:nvGraphicFramePr>
        <p:xfrm>
          <a:off x="1371600" y="3200400"/>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29925">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T2</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38400">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3385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08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342" name="Google Shape;3342;p44"/>
          <p:cNvGraphicFramePr/>
          <p:nvPr/>
        </p:nvGraphicFramePr>
        <p:xfrm>
          <a:off x="1371600" y="4572000"/>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43350">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T3</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52325">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750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55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3343" name="Google Shape;3343;p44"/>
          <p:cNvPicPr preferRelativeResize="0"/>
          <p:nvPr/>
        </p:nvPicPr>
        <p:blipFill rotWithShape="1">
          <a:blip r:embed="rId4">
            <a:alphaModFix/>
          </a:blip>
          <a:srcRect b="0" l="0" r="0" t="0"/>
          <a:stretch/>
        </p:blipFill>
        <p:spPr>
          <a:xfrm>
            <a:off x="5426870" y="3086100"/>
            <a:ext cx="1941910" cy="685800"/>
          </a:xfrm>
          <a:prstGeom prst="rect">
            <a:avLst/>
          </a:prstGeom>
          <a:noFill/>
          <a:ln>
            <a:noFill/>
          </a:ln>
        </p:spPr>
      </p:pic>
      <p:pic>
        <p:nvPicPr>
          <p:cNvPr id="3344" name="Google Shape;3344;p44"/>
          <p:cNvPicPr preferRelativeResize="0"/>
          <p:nvPr/>
        </p:nvPicPr>
        <p:blipFill rotWithShape="1">
          <a:blip r:embed="rId5">
            <a:alphaModFix/>
          </a:blip>
          <a:srcRect b="0" l="0" r="0" t="0"/>
          <a:stretch/>
        </p:blipFill>
        <p:spPr>
          <a:xfrm>
            <a:off x="5422106" y="4514850"/>
            <a:ext cx="2105025" cy="742950"/>
          </a:xfrm>
          <a:prstGeom prst="rect">
            <a:avLst/>
          </a:prstGeom>
          <a:noFill/>
          <a:ln>
            <a:noFill/>
          </a:ln>
        </p:spPr>
      </p:pic>
      <p:pic>
        <p:nvPicPr>
          <p:cNvPr id="3345" name="Google Shape;3345;p44"/>
          <p:cNvPicPr preferRelativeResize="0"/>
          <p:nvPr/>
        </p:nvPicPr>
        <p:blipFill rotWithShape="1">
          <a:blip r:embed="rId6">
            <a:alphaModFix/>
          </a:blip>
          <a:srcRect b="0" l="0" r="0" t="0"/>
          <a:stretch/>
        </p:blipFill>
        <p:spPr>
          <a:xfrm>
            <a:off x="5428060" y="2343150"/>
            <a:ext cx="1485900" cy="495162"/>
          </a:xfrm>
          <a:prstGeom prst="rect">
            <a:avLst/>
          </a:prstGeom>
          <a:noFill/>
          <a:ln>
            <a:noFill/>
          </a:ln>
        </p:spPr>
      </p:pic>
      <p:pic>
        <p:nvPicPr>
          <p:cNvPr id="3346" name="Google Shape;3346;p44"/>
          <p:cNvPicPr preferRelativeResize="0"/>
          <p:nvPr/>
        </p:nvPicPr>
        <p:blipFill rotWithShape="1">
          <a:blip r:embed="rId7">
            <a:alphaModFix/>
          </a:blip>
          <a:srcRect b="0" l="0" r="0" t="0"/>
          <a:stretch/>
        </p:blipFill>
        <p:spPr>
          <a:xfrm>
            <a:off x="5420917" y="3714751"/>
            <a:ext cx="1487090" cy="550069"/>
          </a:xfrm>
          <a:prstGeom prst="rect">
            <a:avLst/>
          </a:prstGeom>
          <a:noFill/>
          <a:ln>
            <a:noFill/>
          </a:ln>
        </p:spPr>
      </p:pic>
      <p:pic>
        <p:nvPicPr>
          <p:cNvPr id="3347" name="Google Shape;3347;p44"/>
          <p:cNvPicPr preferRelativeResize="0"/>
          <p:nvPr/>
        </p:nvPicPr>
        <p:blipFill rotWithShape="1">
          <a:blip r:embed="rId8">
            <a:alphaModFix/>
          </a:blip>
          <a:srcRect b="0" l="0" r="0" t="0"/>
          <a:stretch/>
        </p:blipFill>
        <p:spPr>
          <a:xfrm>
            <a:off x="5428060" y="5261373"/>
            <a:ext cx="1485900" cy="55006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1" name="Shape 3351"/>
        <p:cNvGrpSpPr/>
        <p:nvPr/>
      </p:nvGrpSpPr>
      <p:grpSpPr>
        <a:xfrm>
          <a:off x="0" y="0"/>
          <a:ext cx="0" cy="0"/>
          <a:chOff x="0" y="0"/>
          <a:chExt cx="0" cy="0"/>
        </a:xfrm>
      </p:grpSpPr>
      <p:pic>
        <p:nvPicPr>
          <p:cNvPr id="3352" name="Google Shape;3352;p45"/>
          <p:cNvPicPr preferRelativeResize="0"/>
          <p:nvPr/>
        </p:nvPicPr>
        <p:blipFill rotWithShape="1">
          <a:blip r:embed="rId3">
            <a:alphaModFix/>
          </a:blip>
          <a:srcRect b="0" l="0" r="0" t="0"/>
          <a:stretch/>
        </p:blipFill>
        <p:spPr>
          <a:xfrm>
            <a:off x="5476875" y="1657350"/>
            <a:ext cx="1815704" cy="676275"/>
          </a:xfrm>
          <a:prstGeom prst="rect">
            <a:avLst/>
          </a:prstGeom>
          <a:noFill/>
          <a:ln>
            <a:noFill/>
          </a:ln>
        </p:spPr>
      </p:pic>
      <p:graphicFrame>
        <p:nvGraphicFramePr>
          <p:cNvPr id="3353" name="Google Shape;3353;p45"/>
          <p:cNvGraphicFramePr/>
          <p:nvPr/>
        </p:nvGraphicFramePr>
        <p:xfrm>
          <a:off x="1371600" y="1828801"/>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43350">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T1</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52325">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750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50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50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55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990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354" name="Google Shape;3354;p45"/>
          <p:cNvGraphicFramePr/>
          <p:nvPr/>
        </p:nvGraphicFramePr>
        <p:xfrm>
          <a:off x="1371600" y="3200400"/>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29925">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T2</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38400">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3385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08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355" name="Google Shape;3355;p45"/>
          <p:cNvGraphicFramePr/>
          <p:nvPr/>
        </p:nvGraphicFramePr>
        <p:xfrm>
          <a:off x="1371600" y="4572000"/>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43350">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T3</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52325">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750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55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990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3356" name="Google Shape;3356;p45"/>
          <p:cNvPicPr preferRelativeResize="0"/>
          <p:nvPr/>
        </p:nvPicPr>
        <p:blipFill rotWithShape="1">
          <a:blip r:embed="rId4">
            <a:alphaModFix/>
          </a:blip>
          <a:srcRect b="0" l="0" r="0" t="0"/>
          <a:stretch/>
        </p:blipFill>
        <p:spPr>
          <a:xfrm>
            <a:off x="5426870" y="3086100"/>
            <a:ext cx="1941910" cy="685800"/>
          </a:xfrm>
          <a:prstGeom prst="rect">
            <a:avLst/>
          </a:prstGeom>
          <a:noFill/>
          <a:ln>
            <a:noFill/>
          </a:ln>
        </p:spPr>
      </p:pic>
      <p:pic>
        <p:nvPicPr>
          <p:cNvPr id="3357" name="Google Shape;3357;p45"/>
          <p:cNvPicPr preferRelativeResize="0"/>
          <p:nvPr/>
        </p:nvPicPr>
        <p:blipFill rotWithShape="1">
          <a:blip r:embed="rId5">
            <a:alphaModFix/>
          </a:blip>
          <a:srcRect b="0" l="0" r="0" t="0"/>
          <a:stretch/>
        </p:blipFill>
        <p:spPr>
          <a:xfrm>
            <a:off x="5422106" y="4514850"/>
            <a:ext cx="2105025" cy="742950"/>
          </a:xfrm>
          <a:prstGeom prst="rect">
            <a:avLst/>
          </a:prstGeom>
          <a:noFill/>
          <a:ln>
            <a:noFill/>
          </a:ln>
        </p:spPr>
      </p:pic>
      <p:pic>
        <p:nvPicPr>
          <p:cNvPr id="3358" name="Google Shape;3358;p45"/>
          <p:cNvPicPr preferRelativeResize="0"/>
          <p:nvPr/>
        </p:nvPicPr>
        <p:blipFill rotWithShape="1">
          <a:blip r:embed="rId6">
            <a:alphaModFix/>
          </a:blip>
          <a:srcRect b="0" l="0" r="0" t="0"/>
          <a:stretch/>
        </p:blipFill>
        <p:spPr>
          <a:xfrm>
            <a:off x="5428060" y="2343150"/>
            <a:ext cx="1485900" cy="495162"/>
          </a:xfrm>
          <a:prstGeom prst="rect">
            <a:avLst/>
          </a:prstGeom>
          <a:noFill/>
          <a:ln>
            <a:noFill/>
          </a:ln>
        </p:spPr>
      </p:pic>
      <p:pic>
        <p:nvPicPr>
          <p:cNvPr id="3359" name="Google Shape;3359;p45"/>
          <p:cNvPicPr preferRelativeResize="0"/>
          <p:nvPr/>
        </p:nvPicPr>
        <p:blipFill rotWithShape="1">
          <a:blip r:embed="rId7">
            <a:alphaModFix/>
          </a:blip>
          <a:srcRect b="0" l="0" r="0" t="0"/>
          <a:stretch/>
        </p:blipFill>
        <p:spPr>
          <a:xfrm>
            <a:off x="5420917" y="3714751"/>
            <a:ext cx="1487090" cy="550069"/>
          </a:xfrm>
          <a:prstGeom prst="rect">
            <a:avLst/>
          </a:prstGeom>
          <a:noFill/>
          <a:ln>
            <a:noFill/>
          </a:ln>
        </p:spPr>
      </p:pic>
      <p:pic>
        <p:nvPicPr>
          <p:cNvPr id="3360" name="Google Shape;3360;p45"/>
          <p:cNvPicPr preferRelativeResize="0"/>
          <p:nvPr/>
        </p:nvPicPr>
        <p:blipFill rotWithShape="1">
          <a:blip r:embed="rId8">
            <a:alphaModFix/>
          </a:blip>
          <a:srcRect b="0" l="0" r="0" t="0"/>
          <a:stretch/>
        </p:blipFill>
        <p:spPr>
          <a:xfrm>
            <a:off x="5428060" y="5261373"/>
            <a:ext cx="1485900" cy="550069"/>
          </a:xfrm>
          <a:prstGeom prst="rect">
            <a:avLst/>
          </a:prstGeom>
          <a:noFill/>
          <a:ln>
            <a:noFill/>
          </a:ln>
        </p:spPr>
      </p:pic>
      <p:sp>
        <p:nvSpPr>
          <p:cNvPr id="3361" name="Google Shape;3361;p45"/>
          <p:cNvSpPr txBox="1"/>
          <p:nvPr>
            <p:ph type="title"/>
          </p:nvPr>
        </p:nvSpPr>
        <p:spPr>
          <a:xfrm>
            <a:off x="228600" y="486896"/>
            <a:ext cx="8280400" cy="4000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Which Classifier is better?</a:t>
            </a:r>
            <a:br>
              <a:rPr b="1" lang="en-US" sz="2400">
                <a:latin typeface="Arial"/>
                <a:ea typeface="Arial"/>
                <a:cs typeface="Arial"/>
                <a:sym typeface="Arial"/>
              </a:rPr>
            </a:br>
            <a:r>
              <a:rPr b="1" lang="en-US" sz="2400">
                <a:latin typeface="Arial"/>
                <a:ea typeface="Arial"/>
                <a:cs typeface="Arial"/>
                <a:sym typeface="Arial"/>
              </a:rPr>
              <a:t>						</a:t>
            </a:r>
            <a:r>
              <a:rPr lang="en-US" sz="2000">
                <a:solidFill>
                  <a:srgbClr val="C00000"/>
                </a:solidFill>
                <a:latin typeface="Arial"/>
                <a:ea typeface="Arial"/>
                <a:cs typeface="Arial"/>
                <a:sym typeface="Arial"/>
              </a:rPr>
              <a:t>Medium Skew Case</a:t>
            </a:r>
            <a:endParaRPr b="1" sz="2000">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5" name="Shape 3365"/>
        <p:cNvGrpSpPr/>
        <p:nvPr/>
      </p:nvGrpSpPr>
      <p:grpSpPr>
        <a:xfrm>
          <a:off x="0" y="0"/>
          <a:ext cx="0" cy="0"/>
          <a:chOff x="0" y="0"/>
          <a:chExt cx="0" cy="0"/>
        </a:xfrm>
      </p:grpSpPr>
      <p:pic>
        <p:nvPicPr>
          <p:cNvPr id="3366" name="Google Shape;3366;p46"/>
          <p:cNvPicPr preferRelativeResize="0"/>
          <p:nvPr/>
        </p:nvPicPr>
        <p:blipFill rotWithShape="1">
          <a:blip r:embed="rId3">
            <a:alphaModFix/>
          </a:blip>
          <a:srcRect b="0" l="0" r="0" t="0"/>
          <a:stretch/>
        </p:blipFill>
        <p:spPr>
          <a:xfrm>
            <a:off x="5476875" y="1657350"/>
            <a:ext cx="1815704" cy="676275"/>
          </a:xfrm>
          <a:prstGeom prst="rect">
            <a:avLst/>
          </a:prstGeom>
          <a:noFill/>
          <a:ln>
            <a:noFill/>
          </a:ln>
        </p:spPr>
      </p:pic>
      <p:graphicFrame>
        <p:nvGraphicFramePr>
          <p:cNvPr id="3367" name="Google Shape;3367;p46"/>
          <p:cNvGraphicFramePr/>
          <p:nvPr/>
        </p:nvGraphicFramePr>
        <p:xfrm>
          <a:off x="1371600" y="1828801"/>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43350">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T1</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52325">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750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50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50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55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9900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368" name="Google Shape;3368;p46"/>
          <p:cNvGraphicFramePr/>
          <p:nvPr/>
        </p:nvGraphicFramePr>
        <p:xfrm>
          <a:off x="1371600" y="3200400"/>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29925">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T2</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38400">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3385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08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1000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9000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369" name="Google Shape;3369;p46"/>
          <p:cNvGraphicFramePr/>
          <p:nvPr/>
        </p:nvGraphicFramePr>
        <p:xfrm>
          <a:off x="1371600" y="4572000"/>
          <a:ext cx="3000000" cy="3000000"/>
        </p:xfrm>
        <a:graphic>
          <a:graphicData uri="http://schemas.openxmlformats.org/drawingml/2006/table">
            <a:tbl>
              <a:tblPr>
                <a:noFill/>
                <a:tableStyleId>{9B904F3D-E360-434B-99A6-6587FD23D85A}</a:tableStyleId>
              </a:tblPr>
              <a:tblGrid>
                <a:gridCol w="914150"/>
                <a:gridCol w="915125"/>
                <a:gridCol w="914150"/>
                <a:gridCol w="914150"/>
              </a:tblGrid>
              <a:tr h="243350">
                <a:tc>
                  <a:txBody>
                    <a:bodyPr/>
                    <a:lstStyle/>
                    <a:p>
                      <a:pPr indent="0" lvl="0" marL="0" marR="0" rtl="0" algn="l">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T3</a:t>
                      </a:r>
                      <a:endParaRPr b="0" i="0" sz="1100" u="none" cap="none" strike="noStrike">
                        <a:solidFill>
                          <a:schemeClr val="dk1"/>
                        </a:solidFill>
                        <a:latin typeface="Arial"/>
                        <a:ea typeface="Arial"/>
                        <a:cs typeface="Arial"/>
                        <a:sym typeface="Arial"/>
                      </a:endParaRPr>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PREDICTED CLASS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ECFF"/>
                    </a:solidFill>
                  </a:tcPr>
                </a:tc>
                <a:tc hMerge="1"/>
                <a:tc hMerge="1"/>
              </a:tr>
              <a:tr h="252325">
                <a:tc rowSpan="3">
                  <a:txBody>
                    <a:bodyPr/>
                    <a:lstStyle/>
                    <a:p>
                      <a:pPr indent="0" lvl="0" marL="0" marR="0" rtl="0" algn="ctr">
                        <a:lnSpc>
                          <a:spcPct val="100000"/>
                        </a:lnSpc>
                        <a:spcBef>
                          <a:spcPts val="0"/>
                        </a:spcBef>
                        <a:spcAft>
                          <a:spcPts val="0"/>
                        </a:spcAft>
                        <a:buClr>
                          <a:srgbClr val="0C7B9C"/>
                        </a:buClr>
                        <a:buSzPts val="825"/>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10"/>
                        </a:spcBef>
                        <a:spcAft>
                          <a:spcPts val="0"/>
                        </a:spcAft>
                        <a:buClr>
                          <a:srgbClr val="0C7B9C"/>
                        </a:buClr>
                        <a:buSzPts val="825"/>
                        <a:buFont typeface="Arial"/>
                        <a:buNone/>
                      </a:pPr>
                      <a:r>
                        <a:rPr b="0" i="0" lang="en-US" sz="1100" u="none" cap="none" strike="noStrike">
                          <a:solidFill>
                            <a:schemeClr val="dk1"/>
                          </a:solidFill>
                          <a:latin typeface="Arial"/>
                          <a:ea typeface="Arial"/>
                          <a:cs typeface="Arial"/>
                          <a:sym typeface="Arial"/>
                        </a:rPr>
                        <a:t>ACTUAL</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CLASS</a:t>
                      </a:r>
                      <a:endParaRPr sz="1400" u="none" cap="none" strike="noStrike"/>
                    </a:p>
                  </a:txBody>
                  <a:tcPr marT="34300" marB="34300"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ECFF"/>
                    </a:solidFill>
                  </a:tcPr>
                </a:tc>
                <a:tc>
                  <a:txBody>
                    <a:bodyPr/>
                    <a:lstStyle/>
                    <a:p>
                      <a:pPr indent="0" lvl="0" marL="0" marR="0" rtl="0" algn="l">
                        <a:lnSpc>
                          <a:spcPct val="100000"/>
                        </a:lnSpc>
                        <a:spcBef>
                          <a:spcPts val="0"/>
                        </a:spcBef>
                        <a:spcAft>
                          <a:spcPts val="0"/>
                        </a:spcAft>
                        <a:buClr>
                          <a:srgbClr val="0C7B9C"/>
                        </a:buClr>
                        <a:buSzPts val="675"/>
                        <a:buFont typeface="Arial"/>
                        <a:buNone/>
                      </a:pPr>
                      <a:r>
                        <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7500">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Class=Yes</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99</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5525">
                <a:tc vMerge="1"/>
                <a:tc>
                  <a:txBody>
                    <a:bodyPr/>
                    <a:lstStyle/>
                    <a:p>
                      <a:pPr indent="0" lvl="0" marL="0" marR="0" rtl="0" algn="l">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Class=No</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100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675"/>
                        <a:buFont typeface="Arial"/>
                        <a:buNone/>
                      </a:pPr>
                      <a:r>
                        <a:rPr b="0" i="0" lang="en-US" sz="900" u="none" cap="none" strike="noStrike">
                          <a:solidFill>
                            <a:schemeClr val="dk1"/>
                          </a:solidFill>
                          <a:latin typeface="Arial"/>
                          <a:ea typeface="Arial"/>
                          <a:cs typeface="Arial"/>
                          <a:sym typeface="Arial"/>
                        </a:rPr>
                        <a:t> 9900</a:t>
                      </a:r>
                      <a:endParaRPr b="0" i="0" sz="900" u="none" cap="none" strike="noStrike">
                        <a:solidFill>
                          <a:schemeClr val="dk1"/>
                        </a:solidFill>
                        <a:latin typeface="Arial"/>
                        <a:ea typeface="Arial"/>
                        <a:cs typeface="Arial"/>
                        <a:sym typeface="Arial"/>
                      </a:endParaRPr>
                    </a:p>
                  </a:txBody>
                  <a:tcPr marT="34300" marB="34300"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3370" name="Google Shape;3370;p46"/>
          <p:cNvPicPr preferRelativeResize="0"/>
          <p:nvPr/>
        </p:nvPicPr>
        <p:blipFill rotWithShape="1">
          <a:blip r:embed="rId4">
            <a:alphaModFix/>
          </a:blip>
          <a:srcRect b="0" l="0" r="0" t="0"/>
          <a:stretch/>
        </p:blipFill>
        <p:spPr>
          <a:xfrm>
            <a:off x="5426870" y="3086100"/>
            <a:ext cx="1941910" cy="685800"/>
          </a:xfrm>
          <a:prstGeom prst="rect">
            <a:avLst/>
          </a:prstGeom>
          <a:noFill/>
          <a:ln>
            <a:noFill/>
          </a:ln>
        </p:spPr>
      </p:pic>
      <p:pic>
        <p:nvPicPr>
          <p:cNvPr id="3371" name="Google Shape;3371;p46"/>
          <p:cNvPicPr preferRelativeResize="0"/>
          <p:nvPr/>
        </p:nvPicPr>
        <p:blipFill rotWithShape="1">
          <a:blip r:embed="rId5">
            <a:alphaModFix/>
          </a:blip>
          <a:srcRect b="0" l="0" r="0" t="0"/>
          <a:stretch/>
        </p:blipFill>
        <p:spPr>
          <a:xfrm>
            <a:off x="5422106" y="4514850"/>
            <a:ext cx="2105025" cy="742950"/>
          </a:xfrm>
          <a:prstGeom prst="rect">
            <a:avLst/>
          </a:prstGeom>
          <a:noFill/>
          <a:ln>
            <a:noFill/>
          </a:ln>
        </p:spPr>
      </p:pic>
      <p:pic>
        <p:nvPicPr>
          <p:cNvPr id="3372" name="Google Shape;3372;p46"/>
          <p:cNvPicPr preferRelativeResize="0"/>
          <p:nvPr/>
        </p:nvPicPr>
        <p:blipFill rotWithShape="1">
          <a:blip r:embed="rId6">
            <a:alphaModFix/>
          </a:blip>
          <a:srcRect b="0" l="0" r="0" t="0"/>
          <a:stretch/>
        </p:blipFill>
        <p:spPr>
          <a:xfrm>
            <a:off x="5392342" y="2343150"/>
            <a:ext cx="1558528" cy="495300"/>
          </a:xfrm>
          <a:prstGeom prst="rect">
            <a:avLst/>
          </a:prstGeom>
          <a:noFill/>
          <a:ln>
            <a:noFill/>
          </a:ln>
        </p:spPr>
      </p:pic>
      <p:pic>
        <p:nvPicPr>
          <p:cNvPr id="3373" name="Google Shape;3373;p46"/>
          <p:cNvPicPr preferRelativeResize="0"/>
          <p:nvPr/>
        </p:nvPicPr>
        <p:blipFill rotWithShape="1">
          <a:blip r:embed="rId7">
            <a:alphaModFix/>
          </a:blip>
          <a:srcRect b="0" l="0" r="0" t="0"/>
          <a:stretch/>
        </p:blipFill>
        <p:spPr>
          <a:xfrm>
            <a:off x="5384007" y="3714751"/>
            <a:ext cx="1560910" cy="550069"/>
          </a:xfrm>
          <a:prstGeom prst="rect">
            <a:avLst/>
          </a:prstGeom>
          <a:noFill/>
          <a:ln>
            <a:noFill/>
          </a:ln>
        </p:spPr>
      </p:pic>
      <p:pic>
        <p:nvPicPr>
          <p:cNvPr id="3374" name="Google Shape;3374;p46"/>
          <p:cNvPicPr preferRelativeResize="0"/>
          <p:nvPr/>
        </p:nvPicPr>
        <p:blipFill rotWithShape="1">
          <a:blip r:embed="rId8">
            <a:alphaModFix/>
          </a:blip>
          <a:srcRect b="0" l="0" r="0" t="0"/>
          <a:stretch/>
        </p:blipFill>
        <p:spPr>
          <a:xfrm>
            <a:off x="5428060" y="5261373"/>
            <a:ext cx="1485900" cy="550069"/>
          </a:xfrm>
          <a:prstGeom prst="rect">
            <a:avLst/>
          </a:prstGeom>
          <a:noFill/>
          <a:ln>
            <a:noFill/>
          </a:ln>
        </p:spPr>
      </p:pic>
      <p:sp>
        <p:nvSpPr>
          <p:cNvPr id="3375" name="Google Shape;3375;p46"/>
          <p:cNvSpPr txBox="1"/>
          <p:nvPr>
            <p:ph type="title"/>
          </p:nvPr>
        </p:nvSpPr>
        <p:spPr>
          <a:xfrm>
            <a:off x="228600" y="486896"/>
            <a:ext cx="8280400" cy="4000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Which Classifier is better?</a:t>
            </a:r>
            <a:br>
              <a:rPr b="1" lang="en-US" sz="2400">
                <a:latin typeface="Arial"/>
                <a:ea typeface="Arial"/>
                <a:cs typeface="Arial"/>
                <a:sym typeface="Arial"/>
              </a:rPr>
            </a:br>
            <a:r>
              <a:rPr b="1" lang="en-US" sz="2400">
                <a:latin typeface="Arial"/>
                <a:ea typeface="Arial"/>
                <a:cs typeface="Arial"/>
                <a:sym typeface="Arial"/>
              </a:rPr>
              <a:t>						</a:t>
            </a:r>
            <a:r>
              <a:rPr lang="en-US" sz="2000">
                <a:solidFill>
                  <a:srgbClr val="C00000"/>
                </a:solidFill>
                <a:latin typeface="Arial"/>
                <a:ea typeface="Arial"/>
                <a:cs typeface="Arial"/>
                <a:sym typeface="Arial"/>
              </a:rPr>
              <a:t>High Skew Case</a:t>
            </a:r>
            <a:endParaRPr b="1" sz="2000">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9" name="Shape 3379"/>
        <p:cNvGrpSpPr/>
        <p:nvPr/>
      </p:nvGrpSpPr>
      <p:grpSpPr>
        <a:xfrm>
          <a:off x="0" y="0"/>
          <a:ext cx="0" cy="0"/>
          <a:chOff x="0" y="0"/>
          <a:chExt cx="0" cy="0"/>
        </a:xfrm>
      </p:grpSpPr>
      <p:sp>
        <p:nvSpPr>
          <p:cNvPr id="3380" name="Google Shape;3380;p4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Which Model should you use?</a:t>
            </a:r>
            <a:endParaRPr/>
          </a:p>
        </p:txBody>
      </p:sp>
      <p:graphicFrame>
        <p:nvGraphicFramePr>
          <p:cNvPr id="3381" name="Google Shape;3381;p47"/>
          <p:cNvGraphicFramePr/>
          <p:nvPr/>
        </p:nvGraphicFramePr>
        <p:xfrm>
          <a:off x="468748" y="1848546"/>
          <a:ext cx="3000000" cy="3000000"/>
        </p:xfrm>
        <a:graphic>
          <a:graphicData uri="http://schemas.openxmlformats.org/drawingml/2006/table">
            <a:tbl>
              <a:tblPr bandRow="1" firstRow="1">
                <a:noFill/>
                <a:tableStyleId>{85FF9877-EE62-4EFE-814F-10A434BCF3D7}</a:tableStyleId>
              </a:tblPr>
              <a:tblGrid>
                <a:gridCol w="1000225"/>
                <a:gridCol w="1654475"/>
                <a:gridCol w="1753325"/>
              </a:tblGrid>
              <a:tr h="2781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Arial"/>
                        <a:ea typeface="Arial"/>
                        <a:cs typeface="Arial"/>
                        <a:sym typeface="Arial"/>
                      </a:endParaRPr>
                    </a:p>
                  </a:txBody>
                  <a:tcPr marT="34300" marB="34300" marR="68575" marL="6857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False Positive Rate</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False Negative Rate</a:t>
                      </a:r>
                      <a:endParaRPr sz="1400" u="none" cap="none" strike="noStrike"/>
                    </a:p>
                  </a:txBody>
                  <a:tcPr marT="34300" marB="34300" marR="68575" marL="68575"/>
                </a:tc>
              </a:tr>
              <a:tr h="2781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Model 1</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41%</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a:t>
                      </a:r>
                      <a:endParaRPr sz="1400" u="none" cap="none" strike="noStrike"/>
                    </a:p>
                  </a:txBody>
                  <a:tcPr marT="34300" marB="34300" marR="68575" marL="68575"/>
                </a:tc>
              </a:tr>
              <a:tr h="278125">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latin typeface="Arial"/>
                          <a:ea typeface="Arial"/>
                          <a:cs typeface="Arial"/>
                          <a:sym typeface="Arial"/>
                        </a:rPr>
                        <a:t>Model 2</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34300" marB="34300" marR="68575" marL="68575"/>
                </a:tc>
              </a:tr>
            </a:tbl>
          </a:graphicData>
        </a:graphic>
      </p:graphicFrame>
      <p:sp>
        <p:nvSpPr>
          <p:cNvPr id="3382" name="Google Shape;3382;p47"/>
          <p:cNvSpPr txBox="1"/>
          <p:nvPr/>
        </p:nvSpPr>
        <p:spPr>
          <a:xfrm>
            <a:off x="3455876" y="3173978"/>
            <a:ext cx="5616602"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Mistakes have different costs:</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Disease Screening – LOW FN Rate</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Spam filtering        – LOW FP Rate</a:t>
            </a:r>
            <a:endParaRPr b="0" i="0" sz="1400" u="none" cap="none" strike="noStrike">
              <a:solidFill>
                <a:srgbClr val="000000"/>
              </a:solidFill>
              <a:latin typeface="Arial"/>
              <a:ea typeface="Arial"/>
              <a:cs typeface="Arial"/>
              <a:sym typeface="Arial"/>
            </a:endParaRPr>
          </a:p>
          <a:p>
            <a:pPr indent="-100013" lvl="0" marL="214313"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00013" lvl="0" marL="214313"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Conservative vs Aggressive settings:</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The same application might need multiple tradeoffs</a:t>
            </a:r>
            <a:endParaRPr b="0" i="0" sz="1400" u="none" cap="none" strike="noStrike">
              <a:solidFill>
                <a:srgbClr val="000000"/>
              </a:solidFill>
              <a:latin typeface="Arial"/>
              <a:ea typeface="Arial"/>
              <a:cs typeface="Arial"/>
              <a:sym typeface="Arial"/>
            </a:endParaRPr>
          </a:p>
          <a:p>
            <a:pPr indent="-100013" lvl="0" marL="214313"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6" name="Shape 3386"/>
        <p:cNvGrpSpPr/>
        <p:nvPr/>
      </p:nvGrpSpPr>
      <p:grpSpPr>
        <a:xfrm>
          <a:off x="0" y="0"/>
          <a:ext cx="0" cy="0"/>
          <a:chOff x="0" y="0"/>
          <a:chExt cx="0" cy="0"/>
        </a:xfrm>
      </p:grpSpPr>
      <p:sp>
        <p:nvSpPr>
          <p:cNvPr id="3387" name="Google Shape;3387;p48"/>
          <p:cNvSpPr txBox="1"/>
          <p:nvPr>
            <p:ph type="title"/>
          </p:nvPr>
        </p:nvSpPr>
        <p:spPr>
          <a:xfrm>
            <a:off x="457200" y="284997"/>
            <a:ext cx="86106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Calibri"/>
              <a:buNone/>
            </a:pPr>
            <a:r>
              <a:rPr b="1" lang="en-US" sz="2400">
                <a:latin typeface="Arial"/>
                <a:ea typeface="Arial"/>
                <a:cs typeface="Arial"/>
                <a:sym typeface="Arial"/>
              </a:rPr>
              <a:t>ROC (Receiver Operating Characteristic)</a:t>
            </a:r>
            <a:endParaRPr/>
          </a:p>
        </p:txBody>
      </p:sp>
      <p:sp>
        <p:nvSpPr>
          <p:cNvPr id="3388" name="Google Shape;3388;p48"/>
          <p:cNvSpPr txBox="1"/>
          <p:nvPr>
            <p:ph idx="1" type="body"/>
          </p:nvPr>
        </p:nvSpPr>
        <p:spPr>
          <a:xfrm>
            <a:off x="457200" y="1600200"/>
            <a:ext cx="3505200" cy="4525963"/>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n-US" sz="1800">
                <a:latin typeface="Arial"/>
                <a:ea typeface="Arial"/>
                <a:cs typeface="Arial"/>
                <a:sym typeface="Arial"/>
              </a:rPr>
              <a:t>A graphical approach for displaying trade-off between detection rate and false alarm rate</a:t>
            </a:r>
            <a:endParaRPr/>
          </a:p>
          <a:p>
            <a:pPr indent="-342900" lvl="0" marL="457200" rtl="0" algn="l">
              <a:lnSpc>
                <a:spcPct val="100000"/>
              </a:lnSpc>
              <a:spcBef>
                <a:spcPts val="360"/>
              </a:spcBef>
              <a:spcAft>
                <a:spcPts val="0"/>
              </a:spcAft>
              <a:buClr>
                <a:schemeClr val="dk1"/>
              </a:buClr>
              <a:buSzPts val="1800"/>
              <a:buChar char="•"/>
            </a:pPr>
            <a:r>
              <a:rPr lang="en-US" sz="1800">
                <a:latin typeface="Arial"/>
                <a:ea typeface="Arial"/>
                <a:cs typeface="Arial"/>
                <a:sym typeface="Arial"/>
              </a:rPr>
              <a:t>Developed in 1950s for signal detection theory to analyze noisy signals </a:t>
            </a:r>
            <a:endParaRPr/>
          </a:p>
          <a:p>
            <a:pPr indent="-342900" lvl="0" marL="457200" rtl="0" algn="l">
              <a:lnSpc>
                <a:spcPct val="100000"/>
              </a:lnSpc>
              <a:spcBef>
                <a:spcPts val="360"/>
              </a:spcBef>
              <a:spcAft>
                <a:spcPts val="0"/>
              </a:spcAft>
              <a:buClr>
                <a:schemeClr val="dk1"/>
              </a:buClr>
              <a:buSzPts val="1800"/>
              <a:buChar char="•"/>
            </a:pPr>
            <a:r>
              <a:rPr lang="en-US" sz="1800">
                <a:latin typeface="Arial"/>
                <a:ea typeface="Arial"/>
                <a:cs typeface="Arial"/>
                <a:sym typeface="Arial"/>
              </a:rPr>
              <a:t>ROC curve plots TPR against FPR</a:t>
            </a:r>
            <a:endParaRPr/>
          </a:p>
          <a:p>
            <a:pPr indent="-342900" lvl="1" marL="914400" rtl="0" algn="l">
              <a:lnSpc>
                <a:spcPct val="100000"/>
              </a:lnSpc>
              <a:spcBef>
                <a:spcPts val="360"/>
              </a:spcBef>
              <a:spcAft>
                <a:spcPts val="0"/>
              </a:spcAft>
              <a:buSzPts val="1800"/>
              <a:buChar char="–"/>
            </a:pPr>
            <a:r>
              <a:rPr lang="en-US" sz="1800">
                <a:latin typeface="Arial"/>
                <a:ea typeface="Arial"/>
                <a:cs typeface="Arial"/>
                <a:sym typeface="Arial"/>
              </a:rPr>
              <a:t>Performance of a model represented as a point in an ROC curve</a:t>
            </a:r>
            <a:endParaRPr sz="1800">
              <a:latin typeface="Arial"/>
              <a:ea typeface="Arial"/>
              <a:cs typeface="Arial"/>
              <a:sym typeface="Arial"/>
            </a:endParaRPr>
          </a:p>
        </p:txBody>
      </p:sp>
      <p:pic>
        <p:nvPicPr>
          <p:cNvPr id="3389" name="Google Shape;3389;p48"/>
          <p:cNvPicPr preferRelativeResize="0"/>
          <p:nvPr/>
        </p:nvPicPr>
        <p:blipFill rotWithShape="1">
          <a:blip r:embed="rId3">
            <a:alphaModFix/>
          </a:blip>
          <a:srcRect b="0" l="3068" r="6556" t="0"/>
          <a:stretch/>
        </p:blipFill>
        <p:spPr>
          <a:xfrm>
            <a:off x="5329237" y="818397"/>
            <a:ext cx="3657600" cy="3657600"/>
          </a:xfrm>
          <a:prstGeom prst="rect">
            <a:avLst/>
          </a:prstGeom>
          <a:noFill/>
          <a:ln>
            <a:noFill/>
          </a:ln>
        </p:spPr>
      </p:pic>
      <p:sp>
        <p:nvSpPr>
          <p:cNvPr id="3390" name="Google Shape;3390;p48"/>
          <p:cNvSpPr txBox="1"/>
          <p:nvPr/>
        </p:nvSpPr>
        <p:spPr>
          <a:xfrm>
            <a:off x="4033837" y="4114800"/>
            <a:ext cx="5110163" cy="5181600"/>
          </a:xfrm>
          <a:prstGeom prst="rect">
            <a:avLst/>
          </a:prstGeom>
          <a:noFill/>
          <a:ln>
            <a:noFill/>
          </a:ln>
        </p:spPr>
        <p:txBody>
          <a:bodyPr anchorCtr="0" anchor="t" bIns="45700" lIns="91425" spcFirstLastPara="1" rIns="91425" wrap="square" tIns="45700">
            <a:normAutofit/>
          </a:bodyPr>
          <a:lstStyle/>
          <a:p>
            <a:pPr indent="-342900" lvl="0" marL="457200" marR="0" rtl="0" algn="l">
              <a:lnSpc>
                <a:spcPct val="100000"/>
              </a:lnSpc>
              <a:spcBef>
                <a:spcPts val="360"/>
              </a:spcBef>
              <a:spcAft>
                <a:spcPts val="0"/>
              </a:spcAft>
              <a:buClr>
                <a:schemeClr val="dk1"/>
              </a:buClr>
              <a:buSzPts val="1800"/>
              <a:buFont typeface="Arial"/>
              <a:buNone/>
            </a:pPr>
            <a:r>
              <a:rPr b="0" i="0" lang="en-US" sz="1600" u="none" cap="none" strike="noStrike">
                <a:solidFill>
                  <a:srgbClr val="C00000"/>
                </a:solidFill>
                <a:latin typeface="Arial"/>
                <a:ea typeface="Arial"/>
                <a:cs typeface="Arial"/>
                <a:sym typeface="Arial"/>
              </a:rPr>
              <a:t>(TPR,FPR):</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360"/>
              </a:spcBef>
              <a:spcAft>
                <a:spcPts val="0"/>
              </a:spcAft>
              <a:buClr>
                <a:schemeClr val="dk1"/>
              </a:buClr>
              <a:buSzPts val="1800"/>
              <a:buFont typeface="Arial"/>
              <a:buChar char="•"/>
            </a:pPr>
            <a:r>
              <a:rPr b="0" i="0" lang="en-US" sz="1600" u="none" cap="none" strike="noStrike">
                <a:solidFill>
                  <a:srgbClr val="C00000"/>
                </a:solidFill>
                <a:latin typeface="Arial"/>
                <a:ea typeface="Arial"/>
                <a:cs typeface="Arial"/>
                <a:sym typeface="Arial"/>
              </a:rPr>
              <a:t>(0,0): declare everything to be negative class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360"/>
              </a:spcBef>
              <a:spcAft>
                <a:spcPts val="0"/>
              </a:spcAft>
              <a:buClr>
                <a:schemeClr val="dk1"/>
              </a:buClr>
              <a:buSzPts val="1800"/>
              <a:buFont typeface="Arial"/>
              <a:buChar char="•"/>
            </a:pPr>
            <a:r>
              <a:rPr b="0" i="0" lang="en-US" sz="1600" u="none" cap="none" strike="noStrike">
                <a:solidFill>
                  <a:srgbClr val="C00000"/>
                </a:solidFill>
                <a:latin typeface="Arial"/>
                <a:ea typeface="Arial"/>
                <a:cs typeface="Arial"/>
                <a:sym typeface="Arial"/>
              </a:rPr>
              <a:t>(1,1): declare everything to be positive class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360"/>
              </a:spcBef>
              <a:spcAft>
                <a:spcPts val="0"/>
              </a:spcAft>
              <a:buClr>
                <a:schemeClr val="dk1"/>
              </a:buClr>
              <a:buSzPts val="1800"/>
              <a:buFont typeface="Arial"/>
              <a:buChar char="•"/>
            </a:pPr>
            <a:r>
              <a:rPr b="0" i="0" lang="en-US" sz="1600" u="none" cap="none" strike="noStrike">
                <a:solidFill>
                  <a:srgbClr val="C00000"/>
                </a:solidFill>
                <a:latin typeface="Arial"/>
                <a:ea typeface="Arial"/>
                <a:cs typeface="Arial"/>
                <a:sym typeface="Arial"/>
              </a:rPr>
              <a:t>(1,0): ideal</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360"/>
              </a:spcBef>
              <a:spcAft>
                <a:spcPts val="0"/>
              </a:spcAft>
              <a:buClr>
                <a:schemeClr val="dk1"/>
              </a:buClr>
              <a:buSzPts val="1800"/>
              <a:buFont typeface="Arial"/>
              <a:buChar char="•"/>
            </a:pPr>
            <a:r>
              <a:rPr b="0" i="0" lang="en-US" sz="1600" u="none" cap="none" strike="noStrike">
                <a:solidFill>
                  <a:srgbClr val="C00000"/>
                </a:solidFill>
                <a:latin typeface="Arial"/>
                <a:ea typeface="Arial"/>
                <a:cs typeface="Arial"/>
                <a:sym typeface="Arial"/>
              </a:rPr>
              <a:t>Diagonal line:</a:t>
            </a:r>
            <a:endParaRPr b="0" i="0" sz="1400" u="none" cap="none" strike="noStrike">
              <a:solidFill>
                <a:srgbClr val="000000"/>
              </a:solidFill>
              <a:latin typeface="Arial"/>
              <a:ea typeface="Arial"/>
              <a:cs typeface="Arial"/>
              <a:sym typeface="Arial"/>
            </a:endParaRPr>
          </a:p>
          <a:p>
            <a:pPr indent="-342900" lvl="1" marL="914400" marR="0" rtl="0" algn="l">
              <a:lnSpc>
                <a:spcPct val="100000"/>
              </a:lnSpc>
              <a:spcBef>
                <a:spcPts val="360"/>
              </a:spcBef>
              <a:spcAft>
                <a:spcPts val="0"/>
              </a:spcAft>
              <a:buClr>
                <a:schemeClr val="dk1"/>
              </a:buClr>
              <a:buSzPts val="1800"/>
              <a:buFont typeface="Arial"/>
              <a:buChar char="–"/>
            </a:pPr>
            <a:r>
              <a:rPr b="0" i="0" lang="en-US" sz="1600" u="none" cap="none" strike="noStrike">
                <a:solidFill>
                  <a:srgbClr val="C00000"/>
                </a:solidFill>
                <a:latin typeface="Arial"/>
                <a:ea typeface="Arial"/>
                <a:cs typeface="Arial"/>
                <a:sym typeface="Arial"/>
              </a:rPr>
              <a:t>Random guessing</a:t>
            </a:r>
            <a:endParaRPr b="0" i="0" sz="1400" u="none" cap="none" strike="noStrike">
              <a:solidFill>
                <a:srgbClr val="000000"/>
              </a:solidFill>
              <a:latin typeface="Arial"/>
              <a:ea typeface="Arial"/>
              <a:cs typeface="Arial"/>
              <a:sym typeface="Arial"/>
            </a:endParaRPr>
          </a:p>
          <a:p>
            <a:pPr indent="-342900" lvl="1" marL="914400" marR="0" rtl="0" algn="l">
              <a:lnSpc>
                <a:spcPct val="100000"/>
              </a:lnSpc>
              <a:spcBef>
                <a:spcPts val="360"/>
              </a:spcBef>
              <a:spcAft>
                <a:spcPts val="0"/>
              </a:spcAft>
              <a:buClr>
                <a:schemeClr val="dk1"/>
              </a:buClr>
              <a:buSzPts val="1800"/>
              <a:buFont typeface="Arial"/>
              <a:buChar char="–"/>
            </a:pPr>
            <a:r>
              <a:rPr b="0" i="0" lang="en-US" sz="1600" u="none" cap="none" strike="noStrike">
                <a:solidFill>
                  <a:srgbClr val="C00000"/>
                </a:solidFill>
                <a:latin typeface="Arial"/>
                <a:ea typeface="Arial"/>
                <a:cs typeface="Arial"/>
                <a:sym typeface="Arial"/>
              </a:rPr>
              <a:t>Below diagonal line:</a:t>
            </a:r>
            <a:endParaRPr b="0" i="0" sz="1400" u="none" cap="none" strike="noStrike">
              <a:solidFill>
                <a:srgbClr val="000000"/>
              </a:solidFill>
              <a:latin typeface="Arial"/>
              <a:ea typeface="Arial"/>
              <a:cs typeface="Arial"/>
              <a:sym typeface="Arial"/>
            </a:endParaRPr>
          </a:p>
          <a:p>
            <a:pPr indent="-341313" lvl="2" marL="1255713" marR="0" rtl="0" algn="l">
              <a:lnSpc>
                <a:spcPct val="100000"/>
              </a:lnSpc>
              <a:spcBef>
                <a:spcPts val="360"/>
              </a:spcBef>
              <a:spcAft>
                <a:spcPts val="0"/>
              </a:spcAft>
              <a:buClr>
                <a:schemeClr val="dk1"/>
              </a:buClr>
              <a:buSzPts val="1800"/>
              <a:buFont typeface="Arial"/>
              <a:buChar char="•"/>
            </a:pPr>
            <a:r>
              <a:rPr b="0" i="0" lang="en-US" sz="1600" u="none" cap="none" strike="noStrike">
                <a:solidFill>
                  <a:srgbClr val="C00000"/>
                </a:solidFill>
                <a:latin typeface="Arial"/>
                <a:ea typeface="Arial"/>
                <a:cs typeface="Arial"/>
                <a:sym typeface="Arial"/>
              </a:rPr>
              <a:t>prediction is opposite of the true class</a:t>
            </a:r>
            <a:endParaRPr b="0" i="0" sz="1600" u="none" cap="none" strike="noStrike">
              <a:solidFill>
                <a:srgbClr val="C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5" name="Shape 3395"/>
        <p:cNvGrpSpPr/>
        <p:nvPr/>
      </p:nvGrpSpPr>
      <p:grpSpPr>
        <a:xfrm>
          <a:off x="0" y="0"/>
          <a:ext cx="0" cy="0"/>
          <a:chOff x="0" y="0"/>
          <a:chExt cx="0" cy="0"/>
        </a:xfrm>
      </p:grpSpPr>
      <p:sp>
        <p:nvSpPr>
          <p:cNvPr id="3396" name="Google Shape;3396;p4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Font typeface="Arial"/>
              <a:buChar char="•"/>
            </a:pPr>
            <a:r>
              <a:rPr lang="en-US" sz="1600">
                <a:latin typeface="Arial"/>
                <a:ea typeface="Arial"/>
                <a:cs typeface="Arial"/>
                <a:sym typeface="Arial"/>
              </a:rPr>
              <a:t>ROC curve plots TPR and FPR, to graphically represent their trade-off</a:t>
            </a:r>
            <a:endParaRPr/>
          </a:p>
          <a:p>
            <a:pPr indent="-342900" lvl="0" marL="342900" rtl="0" algn="l">
              <a:lnSpc>
                <a:spcPct val="100000"/>
              </a:lnSpc>
              <a:spcBef>
                <a:spcPts val="320"/>
              </a:spcBef>
              <a:spcAft>
                <a:spcPts val="0"/>
              </a:spcAft>
              <a:buSzPts val="1600"/>
              <a:buFont typeface="Arial"/>
              <a:buChar char="•"/>
            </a:pPr>
            <a:r>
              <a:rPr lang="en-US" sz="1600">
                <a:latin typeface="Arial"/>
                <a:ea typeface="Arial"/>
                <a:cs typeface="Arial"/>
                <a:sym typeface="Arial"/>
              </a:rPr>
              <a:t>AUC represents degree or measure of separability. It tells how much model is capable of distinguishing between classes.</a:t>
            </a:r>
            <a:endParaRPr/>
          </a:p>
          <a:p>
            <a:pPr indent="-285750" lvl="1" marL="742950" rtl="0" algn="l">
              <a:lnSpc>
                <a:spcPct val="100000"/>
              </a:lnSpc>
              <a:spcBef>
                <a:spcPts val="320"/>
              </a:spcBef>
              <a:spcAft>
                <a:spcPts val="0"/>
              </a:spcAft>
              <a:buClr>
                <a:schemeClr val="dk1"/>
              </a:buClr>
              <a:buSzPts val="1600"/>
              <a:buChar char="–"/>
            </a:pPr>
            <a:r>
              <a:rPr lang="en-US">
                <a:latin typeface="Arial"/>
                <a:ea typeface="Arial"/>
                <a:cs typeface="Arial"/>
                <a:sym typeface="Arial"/>
              </a:rPr>
              <a:t>Higher the AUC, better the model is at predicting</a:t>
            </a:r>
            <a:endParaRPr>
              <a:latin typeface="Arial"/>
              <a:ea typeface="Arial"/>
              <a:cs typeface="Arial"/>
              <a:sym typeface="Arial"/>
            </a:endParaRPr>
          </a:p>
          <a:p>
            <a:pPr indent="-342900" lvl="0" marL="342900" rtl="0" algn="l">
              <a:lnSpc>
                <a:spcPct val="100000"/>
              </a:lnSpc>
              <a:spcBef>
                <a:spcPts val="320"/>
              </a:spcBef>
              <a:spcAft>
                <a:spcPts val="0"/>
              </a:spcAft>
              <a:buSzPts val="1600"/>
              <a:buFont typeface="Arial"/>
              <a:buChar char="•"/>
            </a:pPr>
            <a:r>
              <a:rPr lang="en-US" sz="1600">
                <a:latin typeface="Arial"/>
                <a:ea typeface="Arial"/>
                <a:cs typeface="Arial"/>
                <a:sym typeface="Arial"/>
              </a:rPr>
              <a:t>Area Under Curve (AUC) of ROC – evaluates model performance on average</a:t>
            </a:r>
            <a:endParaRPr/>
          </a:p>
          <a:p>
            <a:pPr indent="-285750" lvl="1" marL="742950" rtl="0" algn="l">
              <a:lnSpc>
                <a:spcPct val="100000"/>
              </a:lnSpc>
              <a:spcBef>
                <a:spcPts val="320"/>
              </a:spcBef>
              <a:spcAft>
                <a:spcPts val="0"/>
              </a:spcAft>
              <a:buClr>
                <a:schemeClr val="dk1"/>
              </a:buClr>
              <a:buSzPts val="1600"/>
              <a:buChar char="–"/>
            </a:pPr>
            <a:r>
              <a:rPr lang="en-US">
                <a:latin typeface="Arial"/>
                <a:ea typeface="Arial"/>
                <a:cs typeface="Arial"/>
                <a:sym typeface="Arial"/>
              </a:rPr>
              <a:t>AUC of ROC = 1, for a perfect model</a:t>
            </a:r>
            <a:endParaRPr/>
          </a:p>
          <a:p>
            <a:pPr indent="-285750" lvl="1" marL="742950" rtl="0" algn="l">
              <a:lnSpc>
                <a:spcPct val="100000"/>
              </a:lnSpc>
              <a:spcBef>
                <a:spcPts val="320"/>
              </a:spcBef>
              <a:spcAft>
                <a:spcPts val="0"/>
              </a:spcAft>
              <a:buClr>
                <a:schemeClr val="dk1"/>
              </a:buClr>
              <a:buSzPts val="1600"/>
              <a:buChar char="–"/>
            </a:pPr>
            <a:r>
              <a:rPr lang="en-US">
                <a:latin typeface="Arial"/>
                <a:ea typeface="Arial"/>
                <a:cs typeface="Arial"/>
                <a:sym typeface="Arial"/>
              </a:rPr>
              <a:t>AUC of ROC = 0.5, if the model is random</a:t>
            </a:r>
            <a:endParaRPr/>
          </a:p>
          <a:p>
            <a:pPr indent="-342900" lvl="0" marL="342900" rtl="0" algn="l">
              <a:lnSpc>
                <a:spcPct val="100000"/>
              </a:lnSpc>
              <a:spcBef>
                <a:spcPts val="320"/>
              </a:spcBef>
              <a:spcAft>
                <a:spcPts val="0"/>
              </a:spcAft>
              <a:buSzPts val="1600"/>
              <a:buFont typeface="Arial"/>
              <a:buChar char="•"/>
            </a:pPr>
            <a:r>
              <a:rPr lang="en-US" sz="1600">
                <a:latin typeface="Arial"/>
                <a:ea typeface="Arial"/>
                <a:cs typeface="Arial"/>
                <a:sym typeface="Arial"/>
              </a:rPr>
              <a:t>For model comparison, AUC of ROC should be larger for the model to be </a:t>
            </a:r>
            <a:endParaRPr sz="1600">
              <a:latin typeface="Arial"/>
              <a:ea typeface="Arial"/>
              <a:cs typeface="Arial"/>
              <a:sym typeface="Arial"/>
            </a:endParaRPr>
          </a:p>
          <a:p>
            <a:pPr indent="0" lvl="0" marL="0" rtl="0" algn="l">
              <a:lnSpc>
                <a:spcPct val="100000"/>
              </a:lnSpc>
              <a:spcBef>
                <a:spcPts val="320"/>
              </a:spcBef>
              <a:spcAft>
                <a:spcPts val="0"/>
              </a:spcAft>
              <a:buSzPts val="1600"/>
              <a:buNone/>
            </a:pPr>
            <a:r>
              <a:rPr lang="en-US" sz="1600">
                <a:latin typeface="Arial"/>
                <a:ea typeface="Arial"/>
                <a:cs typeface="Arial"/>
                <a:sym typeface="Arial"/>
              </a:rPr>
              <a:t>       superior or better performing</a:t>
            </a:r>
            <a:endParaRPr/>
          </a:p>
        </p:txBody>
      </p:sp>
      <p:sp>
        <p:nvSpPr>
          <p:cNvPr id="3397" name="Google Shape;3397;p49"/>
          <p:cNvSpPr txBox="1"/>
          <p:nvPr>
            <p:ph idx="4294967295" type="body"/>
          </p:nvPr>
        </p:nvSpPr>
        <p:spPr>
          <a:xfrm>
            <a:off x="190500" y="167640"/>
            <a:ext cx="86487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US" sz="3600">
                <a:latin typeface="Times New Roman"/>
                <a:ea typeface="Times New Roman"/>
                <a:cs typeface="Times New Roman"/>
                <a:sym typeface="Times New Roman"/>
              </a:rPr>
              <a:t>Receiver Operating Characteristic (ROC) Curve</a:t>
            </a:r>
            <a:endParaRPr/>
          </a:p>
        </p:txBody>
      </p:sp>
      <p:pic>
        <p:nvPicPr>
          <p:cNvPr id="3398" name="Google Shape;3398;p49"/>
          <p:cNvPicPr preferRelativeResize="0"/>
          <p:nvPr/>
        </p:nvPicPr>
        <p:blipFill rotWithShape="1">
          <a:blip r:embed="rId3">
            <a:alphaModFix/>
          </a:blip>
          <a:srcRect b="0" l="0" r="0" t="0"/>
          <a:stretch/>
        </p:blipFill>
        <p:spPr>
          <a:xfrm>
            <a:off x="6934200" y="2064236"/>
            <a:ext cx="1600200" cy="1422623"/>
          </a:xfrm>
          <a:prstGeom prst="rect">
            <a:avLst/>
          </a:prstGeom>
          <a:noFill/>
          <a:ln>
            <a:noFill/>
          </a:ln>
        </p:spPr>
      </p:pic>
      <p:sp>
        <p:nvSpPr>
          <p:cNvPr id="3399" name="Google Shape;3399;p49"/>
          <p:cNvSpPr/>
          <p:nvPr/>
        </p:nvSpPr>
        <p:spPr>
          <a:xfrm>
            <a:off x="304800" y="4085150"/>
            <a:ext cx="97174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Usage</a:t>
            </a:r>
            <a:endParaRPr b="0" i="0" sz="2400" u="none" cap="none" strike="noStrike">
              <a:solidFill>
                <a:schemeClr val="dk1"/>
              </a:solidFill>
              <a:latin typeface="Tahoma"/>
              <a:ea typeface="Tahoma"/>
              <a:cs typeface="Tahoma"/>
              <a:sym typeface="Tahoma"/>
            </a:endParaRPr>
          </a:p>
        </p:txBody>
      </p:sp>
      <p:sp>
        <p:nvSpPr>
          <p:cNvPr id="3400" name="Google Shape;3400;p49"/>
          <p:cNvSpPr/>
          <p:nvPr/>
        </p:nvSpPr>
        <p:spPr>
          <a:xfrm>
            <a:off x="1276541" y="4938713"/>
            <a:ext cx="45720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Tahoma"/>
                <a:ea typeface="Tahoma"/>
                <a:cs typeface="Tahoma"/>
                <a:sym typeface="Tahoma"/>
              </a:rPr>
              <a:t>Threshold selection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Tahoma"/>
                <a:ea typeface="Tahoma"/>
                <a:cs typeface="Tahoma"/>
                <a:sym typeface="Tahoma"/>
              </a:rPr>
              <a:t>Performance assessment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Tahoma"/>
                <a:ea typeface="Tahoma"/>
                <a:cs typeface="Tahoma"/>
                <a:sym typeface="Tahoma"/>
              </a:rPr>
              <a:t>Classifier comparison</a:t>
            </a:r>
            <a:endParaRPr b="0" i="0" sz="1600" u="none" cap="none" strike="noStrike">
              <a:solidFill>
                <a:schemeClr val="dk1"/>
              </a:solidFill>
              <a:latin typeface="Tahoma"/>
              <a:ea typeface="Tahoma"/>
              <a:cs typeface="Tahoma"/>
              <a:sym typeface="Tahoma"/>
            </a:endParaRPr>
          </a:p>
        </p:txBody>
      </p:sp>
      <p:pic>
        <p:nvPicPr>
          <p:cNvPr id="3401" name="Google Shape;3401;p49"/>
          <p:cNvPicPr preferRelativeResize="0"/>
          <p:nvPr/>
        </p:nvPicPr>
        <p:blipFill rotWithShape="1">
          <a:blip r:embed="rId4">
            <a:alphaModFix/>
          </a:blip>
          <a:srcRect b="0" l="0" r="0" t="0"/>
          <a:stretch/>
        </p:blipFill>
        <p:spPr>
          <a:xfrm>
            <a:off x="5141125" y="4832388"/>
            <a:ext cx="1793081" cy="15477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5" name="Shape 3405"/>
        <p:cNvGrpSpPr/>
        <p:nvPr/>
      </p:nvGrpSpPr>
      <p:grpSpPr>
        <a:xfrm>
          <a:off x="0" y="0"/>
          <a:ext cx="0" cy="0"/>
          <a:chOff x="0" y="0"/>
          <a:chExt cx="0" cy="0"/>
        </a:xfrm>
      </p:grpSpPr>
      <p:sp>
        <p:nvSpPr>
          <p:cNvPr id="3406" name="Google Shape;3406;p5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400"/>
              <a:buNone/>
            </a:pPr>
            <a:r>
              <a:rPr lang="en-US"/>
              <a:t>ROC Curve Example</a:t>
            </a:r>
            <a:endParaRPr/>
          </a:p>
        </p:txBody>
      </p:sp>
      <p:pic>
        <p:nvPicPr>
          <p:cNvPr id="3407" name="Google Shape;3407;p50"/>
          <p:cNvPicPr preferRelativeResize="0"/>
          <p:nvPr/>
        </p:nvPicPr>
        <p:blipFill rotWithShape="1">
          <a:blip r:embed="rId3">
            <a:alphaModFix/>
          </a:blip>
          <a:srcRect b="0" l="4286" r="5712" t="0"/>
          <a:stretch/>
        </p:blipFill>
        <p:spPr>
          <a:xfrm>
            <a:off x="0" y="1951632"/>
            <a:ext cx="4343400" cy="3619500"/>
          </a:xfrm>
          <a:prstGeom prst="rect">
            <a:avLst/>
          </a:prstGeom>
          <a:noFill/>
          <a:ln>
            <a:noFill/>
          </a:ln>
        </p:spPr>
      </p:pic>
      <p:sp>
        <p:nvSpPr>
          <p:cNvPr id="3408" name="Google Shape;3408;p50"/>
          <p:cNvSpPr/>
          <p:nvPr/>
        </p:nvSpPr>
        <p:spPr>
          <a:xfrm>
            <a:off x="5273675" y="3886200"/>
            <a:ext cx="76200" cy="76200"/>
          </a:xfrm>
          <a:prstGeom prst="ellipse">
            <a:avLst/>
          </a:prstGeom>
          <a:solidFill>
            <a:srgbClr val="00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09" name="Google Shape;3409;p50"/>
          <p:cNvGrpSpPr/>
          <p:nvPr/>
        </p:nvGrpSpPr>
        <p:grpSpPr>
          <a:xfrm>
            <a:off x="381000" y="1902728"/>
            <a:ext cx="8534400" cy="4659313"/>
            <a:chOff x="288" y="1056"/>
            <a:chExt cx="5376" cy="2935"/>
          </a:xfrm>
        </p:grpSpPr>
        <p:pic>
          <p:nvPicPr>
            <p:cNvPr id="3410" name="Google Shape;3410;p50"/>
            <p:cNvPicPr preferRelativeResize="0"/>
            <p:nvPr/>
          </p:nvPicPr>
          <p:blipFill rotWithShape="1">
            <a:blip r:embed="rId4">
              <a:alphaModFix/>
            </a:blip>
            <a:srcRect b="0" l="3068" r="6556" t="0"/>
            <a:stretch/>
          </p:blipFill>
          <p:spPr>
            <a:xfrm>
              <a:off x="2736" y="1056"/>
              <a:ext cx="2928" cy="2928"/>
            </a:xfrm>
            <a:prstGeom prst="rect">
              <a:avLst/>
            </a:prstGeom>
            <a:noFill/>
            <a:ln>
              <a:noFill/>
            </a:ln>
          </p:spPr>
        </p:pic>
        <p:sp>
          <p:nvSpPr>
            <p:cNvPr id="3411" name="Google Shape;3411;p50"/>
            <p:cNvSpPr txBox="1"/>
            <p:nvPr/>
          </p:nvSpPr>
          <p:spPr>
            <a:xfrm>
              <a:off x="288" y="3453"/>
              <a:ext cx="3360" cy="5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 threshold 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TPR=0.5, FNR=0.5, FPR=0.12, TNR=0.88</a:t>
              </a:r>
              <a:endParaRPr b="0" i="0" sz="1400" u="none" cap="none" strike="noStrike">
                <a:solidFill>
                  <a:srgbClr val="000000"/>
                </a:solidFill>
                <a:latin typeface="Arial"/>
                <a:ea typeface="Arial"/>
                <a:cs typeface="Arial"/>
                <a:sym typeface="Arial"/>
              </a:endParaRPr>
            </a:p>
          </p:txBody>
        </p:sp>
        <p:cxnSp>
          <p:nvCxnSpPr>
            <p:cNvPr id="3412" name="Google Shape;3412;p50"/>
            <p:cNvCxnSpPr/>
            <p:nvPr/>
          </p:nvCxnSpPr>
          <p:spPr>
            <a:xfrm flipH="1" rot="10800000">
              <a:off x="2160" y="2544"/>
              <a:ext cx="1104" cy="1104"/>
            </a:xfrm>
            <a:prstGeom prst="straightConnector1">
              <a:avLst/>
            </a:prstGeom>
            <a:noFill/>
            <a:ln cap="flat" cmpd="sng" w="38100">
              <a:solidFill>
                <a:schemeClr val="dk1"/>
              </a:solidFill>
              <a:prstDash val="dot"/>
              <a:round/>
              <a:headEnd len="sm" w="sm" type="none"/>
              <a:tailEnd len="med" w="med" type="triangle"/>
            </a:ln>
          </p:spPr>
        </p:cxnSp>
      </p:grpSp>
      <p:sp>
        <p:nvSpPr>
          <p:cNvPr id="3413" name="Google Shape;3413;p50"/>
          <p:cNvSpPr txBox="1"/>
          <p:nvPr/>
        </p:nvSpPr>
        <p:spPr>
          <a:xfrm>
            <a:off x="228600" y="1312464"/>
            <a:ext cx="8229600" cy="78483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1-dimensional data set containing 2 classes (positive and negative)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90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Any points located at x &gt; t is classified as positive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7" name="Shape 3417"/>
        <p:cNvGrpSpPr/>
        <p:nvPr/>
      </p:nvGrpSpPr>
      <p:grpSpPr>
        <a:xfrm>
          <a:off x="0" y="0"/>
          <a:ext cx="0" cy="0"/>
          <a:chOff x="0" y="0"/>
          <a:chExt cx="0" cy="0"/>
        </a:xfrm>
      </p:grpSpPr>
      <p:sp>
        <p:nvSpPr>
          <p:cNvPr id="3418" name="Google Shape;3418;p5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400"/>
              <a:buNone/>
            </a:pPr>
            <a:r>
              <a:rPr lang="en-US" sz="3600"/>
              <a:t>How to Construct an ROC curve</a:t>
            </a:r>
            <a:endParaRPr/>
          </a:p>
        </p:txBody>
      </p:sp>
      <p:graphicFrame>
        <p:nvGraphicFramePr>
          <p:cNvPr id="3419" name="Google Shape;3419;p51"/>
          <p:cNvGraphicFramePr/>
          <p:nvPr/>
        </p:nvGraphicFramePr>
        <p:xfrm>
          <a:off x="381000" y="1773071"/>
          <a:ext cx="3000000" cy="3000000"/>
        </p:xfrm>
        <a:graphic>
          <a:graphicData uri="http://schemas.openxmlformats.org/drawingml/2006/table">
            <a:tbl>
              <a:tblPr>
                <a:noFill/>
                <a:tableStyleId>{9B904F3D-E360-434B-99A6-6587FD23D85A}</a:tableStyleId>
              </a:tblPr>
              <a:tblGrid>
                <a:gridCol w="1295400"/>
                <a:gridCol w="1295400"/>
                <a:gridCol w="1295400"/>
              </a:tblGrid>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Instance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Score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True Class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3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0.95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2</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0.93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3</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0.87</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4</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0.85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3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5</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0.85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6</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0.85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7</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0.76</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8</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0.53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3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9</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0.43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900">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0.25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C7B9C"/>
                        </a:buClr>
                        <a:buSzPts val="1350"/>
                        <a:buFont typeface="Arial"/>
                        <a:buNone/>
                      </a:pPr>
                      <a:r>
                        <a:rPr b="0" i="0" lang="en-US" sz="18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420" name="Google Shape;3420;p51"/>
          <p:cNvSpPr txBox="1"/>
          <p:nvPr/>
        </p:nvSpPr>
        <p:spPr>
          <a:xfrm>
            <a:off x="4495800" y="1417638"/>
            <a:ext cx="4648200" cy="5062924"/>
          </a:xfrm>
          <a:prstGeom prst="rect">
            <a:avLst/>
          </a:prstGeom>
          <a:noFill/>
          <a:ln>
            <a:noFill/>
          </a:ln>
        </p:spPr>
        <p:txBody>
          <a:bodyPr anchorCtr="0" anchor="t" bIns="45700" lIns="91425" spcFirstLastPara="1" rIns="91425" wrap="square" tIns="45700">
            <a:spAutoFit/>
          </a:bodyPr>
          <a:lstStyle/>
          <a:p>
            <a:pPr indent="-347663" lvl="0" marL="347663" marR="0" rtl="0" algn="l">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Use a classifier that produces a continuous-valued score for each instance</a:t>
            </a:r>
            <a:endParaRPr b="0" i="0" sz="1400" u="none" cap="none" strike="noStrike">
              <a:solidFill>
                <a:srgbClr val="000000"/>
              </a:solidFill>
              <a:latin typeface="Arial"/>
              <a:ea typeface="Arial"/>
              <a:cs typeface="Arial"/>
              <a:sym typeface="Arial"/>
            </a:endParaRPr>
          </a:p>
          <a:p>
            <a:pPr indent="-347663" lvl="1" marL="804863" marR="0" rtl="0" algn="l">
              <a:lnSpc>
                <a:spcPct val="100000"/>
              </a:lnSpc>
              <a:spcBef>
                <a:spcPts val="50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 more likely it is for the instance to be in the + class, the higher the score</a:t>
            </a:r>
            <a:endParaRPr b="0" i="0" sz="1400" u="none" cap="none" strike="noStrike">
              <a:solidFill>
                <a:srgbClr val="000000"/>
              </a:solidFill>
              <a:latin typeface="Arial"/>
              <a:ea typeface="Arial"/>
              <a:cs typeface="Arial"/>
              <a:sym typeface="Arial"/>
            </a:endParaRPr>
          </a:p>
          <a:p>
            <a:pPr indent="-347663" lvl="0" marL="347663" marR="0" rtl="0" algn="l">
              <a:lnSpc>
                <a:spcPct val="100000"/>
              </a:lnSpc>
              <a:spcBef>
                <a:spcPts val="5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Sort the instances in decreasing order according to the score </a:t>
            </a:r>
            <a:endParaRPr b="0" i="0" sz="1400" u="none" cap="none" strike="noStrike">
              <a:solidFill>
                <a:srgbClr val="000000"/>
              </a:solidFill>
              <a:latin typeface="Arial"/>
              <a:ea typeface="Arial"/>
              <a:cs typeface="Arial"/>
              <a:sym typeface="Arial"/>
            </a:endParaRPr>
          </a:p>
          <a:p>
            <a:pPr indent="-347663" lvl="0" marL="347663" marR="0" rtl="0" algn="l">
              <a:lnSpc>
                <a:spcPct val="100000"/>
              </a:lnSpc>
              <a:spcBef>
                <a:spcPts val="5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Apply a threshold at each unique value of the score</a:t>
            </a:r>
            <a:endParaRPr b="0" i="0" sz="1400" u="none" cap="none" strike="noStrike">
              <a:solidFill>
                <a:srgbClr val="000000"/>
              </a:solidFill>
              <a:latin typeface="Arial"/>
              <a:ea typeface="Arial"/>
              <a:cs typeface="Arial"/>
              <a:sym typeface="Arial"/>
            </a:endParaRPr>
          </a:p>
          <a:p>
            <a:pPr indent="-347663" lvl="0" marL="347663" marR="0" rtl="0" algn="l">
              <a:lnSpc>
                <a:spcPct val="100000"/>
              </a:lnSpc>
              <a:spcBef>
                <a:spcPts val="5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Count the number of TP, FP, </a:t>
            </a:r>
            <a:br>
              <a:rPr b="0" i="0" lang="en-US" sz="2200" u="none" cap="none" strike="noStrike">
                <a:solidFill>
                  <a:srgbClr val="000000"/>
                </a:solidFill>
                <a:latin typeface="Arial"/>
                <a:ea typeface="Arial"/>
                <a:cs typeface="Arial"/>
                <a:sym typeface="Arial"/>
              </a:rPr>
            </a:br>
            <a:r>
              <a:rPr b="0" i="0" lang="en-US" sz="2200" u="none" cap="none" strike="noStrike">
                <a:solidFill>
                  <a:srgbClr val="000000"/>
                </a:solidFill>
                <a:latin typeface="Arial"/>
                <a:ea typeface="Arial"/>
                <a:cs typeface="Arial"/>
                <a:sym typeface="Arial"/>
              </a:rPr>
              <a:t>TN, FN at each threshold</a:t>
            </a:r>
            <a:endParaRPr b="0" i="0" sz="1400" u="none" cap="none" strike="noStrike">
              <a:solidFill>
                <a:srgbClr val="000000"/>
              </a:solidFill>
              <a:latin typeface="Arial"/>
              <a:ea typeface="Arial"/>
              <a:cs typeface="Arial"/>
              <a:sym typeface="Arial"/>
            </a:endParaRPr>
          </a:p>
          <a:p>
            <a:pPr indent="-228600" lvl="1" marL="685800" marR="0" rtl="0" algn="l">
              <a:lnSpc>
                <a:spcPct val="100000"/>
              </a:lnSpc>
              <a:spcBef>
                <a:spcPts val="50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TPR = TP/(TP+FN)</a:t>
            </a:r>
            <a:endParaRPr b="0" i="0" sz="1400" u="none" cap="none" strike="noStrike">
              <a:solidFill>
                <a:srgbClr val="000000"/>
              </a:solidFill>
              <a:latin typeface="Arial"/>
              <a:ea typeface="Arial"/>
              <a:cs typeface="Arial"/>
              <a:sym typeface="Arial"/>
            </a:endParaRPr>
          </a:p>
          <a:p>
            <a:pPr indent="-228600" lvl="1" marL="685800" marR="0" rtl="0" algn="l">
              <a:lnSpc>
                <a:spcPct val="100000"/>
              </a:lnSpc>
              <a:spcBef>
                <a:spcPts val="50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FPR = FP/(FP + TN)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4" name="Shape 3424"/>
        <p:cNvGrpSpPr/>
        <p:nvPr/>
      </p:nvGrpSpPr>
      <p:grpSpPr>
        <a:xfrm>
          <a:off x="0" y="0"/>
          <a:ext cx="0" cy="0"/>
          <a:chOff x="0" y="0"/>
          <a:chExt cx="0" cy="0"/>
        </a:xfrm>
      </p:grpSpPr>
      <p:sp>
        <p:nvSpPr>
          <p:cNvPr id="3425" name="Google Shape;3425;p52"/>
          <p:cNvSpPr txBox="1"/>
          <p:nvPr>
            <p:ph type="title"/>
          </p:nvPr>
        </p:nvSpPr>
        <p:spPr>
          <a:xfrm>
            <a:off x="504825" y="413641"/>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400"/>
              <a:buNone/>
            </a:pPr>
            <a:r>
              <a:rPr lang="en-US" sz="3600"/>
              <a:t>How to construct an ROC curve</a:t>
            </a:r>
            <a:endParaRPr/>
          </a:p>
        </p:txBody>
      </p:sp>
      <p:graphicFrame>
        <p:nvGraphicFramePr>
          <p:cNvPr id="3426" name="Google Shape;3426;p52"/>
          <p:cNvGraphicFramePr/>
          <p:nvPr/>
        </p:nvGraphicFramePr>
        <p:xfrm>
          <a:off x="1390650" y="1421645"/>
          <a:ext cx="6457950" cy="2381250"/>
        </p:xfrm>
        <a:graphic>
          <a:graphicData uri="http://schemas.openxmlformats.org/presentationml/2006/ole">
            <mc:AlternateContent>
              <mc:Choice Requires="v">
                <p:oleObj r:id="rId4" imgH="2381250" imgW="6457950" progId="Word.Document.8" spid="_x0000_s1">
                  <p:embed/>
                </p:oleObj>
              </mc:Choice>
              <mc:Fallback>
                <p:oleObj r:id="rId5" imgH="2381250" imgW="6457950" progId="Word.Document.8">
                  <p:embed/>
                  <p:pic>
                    <p:nvPicPr>
                      <p:cNvPr id="3426" name="Google Shape;3426;p52"/>
                      <p:cNvPicPr preferRelativeResize="0"/>
                      <p:nvPr/>
                    </p:nvPicPr>
                    <p:blipFill rotWithShape="1">
                      <a:blip r:embed="rId6">
                        <a:alphaModFix/>
                      </a:blip>
                      <a:srcRect b="0" l="0" r="0" t="0"/>
                      <a:stretch/>
                    </p:blipFill>
                    <p:spPr>
                      <a:xfrm>
                        <a:off x="1390650" y="1421645"/>
                        <a:ext cx="6457950" cy="2381250"/>
                      </a:xfrm>
                      <a:prstGeom prst="rect">
                        <a:avLst/>
                      </a:prstGeom>
                      <a:noFill/>
                      <a:ln>
                        <a:noFill/>
                      </a:ln>
                    </p:spPr>
                  </p:pic>
                </p:oleObj>
              </mc:Fallback>
            </mc:AlternateContent>
          </a:graphicData>
        </a:graphic>
      </p:graphicFrame>
      <p:pic>
        <p:nvPicPr>
          <p:cNvPr id="3427" name="Google Shape;3427;p52"/>
          <p:cNvPicPr preferRelativeResize="0"/>
          <p:nvPr/>
        </p:nvPicPr>
        <p:blipFill rotWithShape="1">
          <a:blip r:embed="rId7">
            <a:alphaModFix/>
          </a:blip>
          <a:srcRect b="5128" l="5769" r="3847" t="5128"/>
          <a:stretch/>
        </p:blipFill>
        <p:spPr>
          <a:xfrm>
            <a:off x="1905000" y="3790646"/>
            <a:ext cx="3704230" cy="2758879"/>
          </a:xfrm>
          <a:prstGeom prst="rect">
            <a:avLst/>
          </a:prstGeom>
          <a:noFill/>
          <a:ln>
            <a:noFill/>
          </a:ln>
        </p:spPr>
      </p:pic>
      <p:sp>
        <p:nvSpPr>
          <p:cNvPr id="3428" name="Google Shape;3428;p52"/>
          <p:cNvSpPr txBox="1"/>
          <p:nvPr/>
        </p:nvSpPr>
        <p:spPr>
          <a:xfrm>
            <a:off x="609600" y="1754246"/>
            <a:ext cx="12954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Threshold &gt;= </a:t>
            </a:r>
            <a:endParaRPr b="0" i="0" sz="1400" u="none" cap="none" strike="noStrike">
              <a:solidFill>
                <a:srgbClr val="000000"/>
              </a:solidFill>
              <a:latin typeface="Arial"/>
              <a:ea typeface="Arial"/>
              <a:cs typeface="Arial"/>
              <a:sym typeface="Arial"/>
            </a:endParaRPr>
          </a:p>
        </p:txBody>
      </p:sp>
      <p:sp>
        <p:nvSpPr>
          <p:cNvPr id="3429" name="Google Shape;3429;p52"/>
          <p:cNvSpPr txBox="1"/>
          <p:nvPr/>
        </p:nvSpPr>
        <p:spPr>
          <a:xfrm>
            <a:off x="403746" y="4271208"/>
            <a:ext cx="1828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ROC Curve:</a:t>
            </a:r>
            <a:endParaRPr b="0" i="0" sz="1400" u="none" cap="none" strike="noStrike">
              <a:solidFill>
                <a:srgbClr val="000000"/>
              </a:solidFill>
              <a:latin typeface="Arial"/>
              <a:ea typeface="Arial"/>
              <a:cs typeface="Arial"/>
              <a:sym typeface="Arial"/>
            </a:endParaRPr>
          </a:p>
        </p:txBody>
      </p:sp>
      <p:cxnSp>
        <p:nvCxnSpPr>
          <p:cNvPr id="3430" name="Google Shape;3430;p52"/>
          <p:cNvCxnSpPr/>
          <p:nvPr/>
        </p:nvCxnSpPr>
        <p:spPr>
          <a:xfrm>
            <a:off x="1066800" y="3250445"/>
            <a:ext cx="304800" cy="0"/>
          </a:xfrm>
          <a:prstGeom prst="straightConnector1">
            <a:avLst/>
          </a:prstGeom>
          <a:noFill/>
          <a:ln cap="flat" cmpd="sng" w="12700">
            <a:solidFill>
              <a:schemeClr val="dk1"/>
            </a:solidFill>
            <a:prstDash val="solid"/>
            <a:round/>
            <a:headEnd len="sm" w="sm" type="none"/>
            <a:tailEnd len="med" w="med" type="triangle"/>
          </a:ln>
        </p:spPr>
      </p:cxnSp>
      <p:cxnSp>
        <p:nvCxnSpPr>
          <p:cNvPr id="3431" name="Google Shape;3431;p52"/>
          <p:cNvCxnSpPr/>
          <p:nvPr/>
        </p:nvCxnSpPr>
        <p:spPr>
          <a:xfrm>
            <a:off x="1066800" y="3555245"/>
            <a:ext cx="304800" cy="0"/>
          </a:xfrm>
          <a:prstGeom prst="straightConnector1">
            <a:avLst/>
          </a:prstGeom>
          <a:noFill/>
          <a:ln cap="flat" cmpd="sng" w="12700">
            <a:solidFill>
              <a:schemeClr val="dk1"/>
            </a:solidFill>
            <a:prstDash val="solid"/>
            <a:round/>
            <a:headEnd len="sm" w="sm" type="none"/>
            <a:tailEnd len="med" w="med" type="triangle"/>
          </a:ln>
        </p:spPr>
      </p:cxnSp>
      <p:pic>
        <p:nvPicPr>
          <p:cNvPr id="3432" name="Google Shape;3432;p52"/>
          <p:cNvPicPr preferRelativeResize="0"/>
          <p:nvPr/>
        </p:nvPicPr>
        <p:blipFill rotWithShape="1">
          <a:blip r:embed="rId8">
            <a:alphaModFix/>
          </a:blip>
          <a:srcRect b="0" l="0" r="0" t="0"/>
          <a:stretch/>
        </p:blipFill>
        <p:spPr>
          <a:xfrm>
            <a:off x="6228580" y="3935766"/>
            <a:ext cx="1427731" cy="261375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6" name="Shape 3436"/>
        <p:cNvGrpSpPr/>
        <p:nvPr/>
      </p:nvGrpSpPr>
      <p:grpSpPr>
        <a:xfrm>
          <a:off x="0" y="0"/>
          <a:ext cx="0" cy="0"/>
          <a:chOff x="0" y="0"/>
          <a:chExt cx="0" cy="0"/>
        </a:xfrm>
      </p:grpSpPr>
      <p:sp>
        <p:nvSpPr>
          <p:cNvPr id="3437" name="Google Shape;3437;p53"/>
          <p:cNvSpPr txBox="1"/>
          <p:nvPr>
            <p:ph type="title"/>
          </p:nvPr>
        </p:nvSpPr>
        <p:spPr>
          <a:xfrm>
            <a:off x="375314" y="561241"/>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400"/>
              <a:buNone/>
            </a:pPr>
            <a:r>
              <a:rPr lang="en-US" sz="4000"/>
              <a:t>Using ROC for Model Comparison</a:t>
            </a:r>
            <a:endParaRPr/>
          </a:p>
        </p:txBody>
      </p:sp>
      <p:pic>
        <p:nvPicPr>
          <p:cNvPr id="3438" name="Google Shape;3438;p53"/>
          <p:cNvPicPr preferRelativeResize="0"/>
          <p:nvPr/>
        </p:nvPicPr>
        <p:blipFill rotWithShape="1">
          <a:blip r:embed="rId3">
            <a:alphaModFix/>
          </a:blip>
          <a:srcRect b="0" l="5362" r="8218" t="0"/>
          <a:stretch/>
        </p:blipFill>
        <p:spPr>
          <a:xfrm>
            <a:off x="76200" y="1396624"/>
            <a:ext cx="5257800" cy="4562475"/>
          </a:xfrm>
          <a:prstGeom prst="rect">
            <a:avLst/>
          </a:prstGeom>
          <a:noFill/>
          <a:ln>
            <a:noFill/>
          </a:ln>
        </p:spPr>
      </p:pic>
      <p:sp>
        <p:nvSpPr>
          <p:cNvPr id="3439" name="Google Shape;3439;p53"/>
          <p:cNvSpPr/>
          <p:nvPr/>
        </p:nvSpPr>
        <p:spPr>
          <a:xfrm>
            <a:off x="5562600" y="1490426"/>
            <a:ext cx="3581400" cy="5181600"/>
          </a:xfrm>
          <a:prstGeom prst="rect">
            <a:avLst/>
          </a:prstGeom>
          <a:noFill/>
          <a:ln>
            <a:noFill/>
          </a:ln>
        </p:spPr>
        <p:txBody>
          <a:bodyPr anchorCtr="0" anchor="t" bIns="44450" lIns="90475" spcFirstLastPara="1" rIns="90475" wrap="square" tIns="44450">
            <a:noAutofit/>
          </a:bodyPr>
          <a:lstStyle/>
          <a:p>
            <a:pPr indent="-292100" lvl="0" marL="292100" marR="0" rtl="0" algn="l">
              <a:lnSpc>
                <a:spcPct val="100000"/>
              </a:lnSpc>
              <a:spcBef>
                <a:spcPts val="0"/>
              </a:spcBef>
              <a:spcAft>
                <a:spcPts val="0"/>
              </a:spcAft>
              <a:buClr>
                <a:srgbClr val="0C7B9C"/>
              </a:buClr>
              <a:buSzPts val="1500"/>
              <a:buFont typeface="Arial"/>
              <a:buChar char="●"/>
            </a:pPr>
            <a:r>
              <a:rPr b="0" i="0" lang="en-US" sz="2000" u="none" cap="none" strike="noStrike">
                <a:solidFill>
                  <a:srgbClr val="000000"/>
                </a:solidFill>
                <a:latin typeface="Arial"/>
                <a:ea typeface="Arial"/>
                <a:cs typeface="Arial"/>
                <a:sym typeface="Arial"/>
              </a:rPr>
              <a:t>No model consistently outperforms the other</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600"/>
              </a:spcBef>
              <a:spcAft>
                <a:spcPts val="0"/>
              </a:spcAft>
              <a:buClr>
                <a:srgbClr val="0C7B9C"/>
              </a:buClr>
              <a:buSzPts val="1500"/>
              <a:buFont typeface="Arial"/>
              <a:buChar char="●"/>
            </a:pPr>
            <a:r>
              <a:rPr b="0" i="0" lang="en-US" sz="2000" u="none" cap="none" strike="noStrike">
                <a:solidFill>
                  <a:srgbClr val="000000"/>
                </a:solidFill>
                <a:latin typeface="Arial"/>
                <a:ea typeface="Arial"/>
                <a:cs typeface="Arial"/>
                <a:sym typeface="Arial"/>
              </a:rPr>
              <a:t>M</a:t>
            </a:r>
            <a:r>
              <a:rPr b="0" baseline="-25000" i="0" lang="en-US" sz="2000" u="none" cap="none" strike="noStrike">
                <a:solidFill>
                  <a:srgbClr val="000000"/>
                </a:solidFill>
                <a:latin typeface="Arial"/>
                <a:ea typeface="Arial"/>
                <a:cs typeface="Arial"/>
                <a:sym typeface="Arial"/>
              </a:rPr>
              <a:t>1</a:t>
            </a:r>
            <a:r>
              <a:rPr b="0" i="0" lang="en-US" sz="2000" u="none" cap="none" strike="noStrike">
                <a:solidFill>
                  <a:srgbClr val="000000"/>
                </a:solidFill>
                <a:latin typeface="Arial"/>
                <a:ea typeface="Arial"/>
                <a:cs typeface="Arial"/>
                <a:sym typeface="Arial"/>
              </a:rPr>
              <a:t> is better for small FPR</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600"/>
              </a:spcBef>
              <a:spcAft>
                <a:spcPts val="0"/>
              </a:spcAft>
              <a:buClr>
                <a:srgbClr val="0C7B9C"/>
              </a:buClr>
              <a:buSzPts val="1500"/>
              <a:buFont typeface="Arial"/>
              <a:buChar char="●"/>
            </a:pPr>
            <a:r>
              <a:rPr b="0" i="0" lang="en-US" sz="2000" u="none" cap="none" strike="noStrike">
                <a:solidFill>
                  <a:srgbClr val="000000"/>
                </a:solidFill>
                <a:latin typeface="Arial"/>
                <a:ea typeface="Arial"/>
                <a:cs typeface="Arial"/>
                <a:sym typeface="Arial"/>
              </a:rPr>
              <a:t>M</a:t>
            </a:r>
            <a:r>
              <a:rPr b="0" baseline="-25000" i="0" lang="en-US" sz="2000" u="none" cap="none" strike="noStrike">
                <a:solidFill>
                  <a:srgbClr val="000000"/>
                </a:solidFill>
                <a:latin typeface="Arial"/>
                <a:ea typeface="Arial"/>
                <a:cs typeface="Arial"/>
                <a:sym typeface="Arial"/>
              </a:rPr>
              <a:t>2</a:t>
            </a:r>
            <a:r>
              <a:rPr b="0" i="0" lang="en-US" sz="2000" u="none" cap="none" strike="noStrike">
                <a:solidFill>
                  <a:srgbClr val="000000"/>
                </a:solidFill>
                <a:latin typeface="Arial"/>
                <a:ea typeface="Arial"/>
                <a:cs typeface="Arial"/>
                <a:sym typeface="Arial"/>
              </a:rPr>
              <a:t> is better for large FPR</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490"/>
              </a:spcBef>
              <a:spcAft>
                <a:spcPts val="0"/>
              </a:spcAft>
              <a:buClr>
                <a:srgbClr val="0C7B9C"/>
              </a:buClr>
              <a:buSzPts val="675"/>
              <a:buFont typeface="Arial"/>
              <a:buNone/>
            </a:pPr>
            <a:r>
              <a:t/>
            </a:r>
            <a:endParaRPr b="0" i="0" sz="900" u="none" cap="none" strike="noStrike">
              <a:solidFill>
                <a:srgbClr val="000000"/>
              </a:solidFill>
              <a:latin typeface="Arial"/>
              <a:ea typeface="Arial"/>
              <a:cs typeface="Arial"/>
              <a:sym typeface="Arial"/>
            </a:endParaRPr>
          </a:p>
          <a:p>
            <a:pPr indent="-292100" lvl="0" marL="292100" marR="0" rtl="0" algn="l">
              <a:lnSpc>
                <a:spcPct val="100000"/>
              </a:lnSpc>
              <a:spcBef>
                <a:spcPts val="600"/>
              </a:spcBef>
              <a:spcAft>
                <a:spcPts val="0"/>
              </a:spcAft>
              <a:buClr>
                <a:srgbClr val="0C7B9C"/>
              </a:buClr>
              <a:buSzPts val="1500"/>
              <a:buFont typeface="Arial"/>
              <a:buChar char="●"/>
            </a:pPr>
            <a:r>
              <a:rPr b="0" i="0" lang="en-US" sz="2000" u="none" cap="none" strike="noStrike">
                <a:solidFill>
                  <a:srgbClr val="000000"/>
                </a:solidFill>
                <a:latin typeface="Arial"/>
                <a:ea typeface="Arial"/>
                <a:cs typeface="Arial"/>
                <a:sym typeface="Arial"/>
              </a:rPr>
              <a:t>Area Under the ROC curve (AUC)</a:t>
            </a:r>
            <a:endParaRPr b="0" i="0" sz="2000" u="none" cap="none" strike="noStrike">
              <a:solidFill>
                <a:srgbClr val="000000"/>
              </a:solidFill>
              <a:latin typeface="Arial"/>
              <a:ea typeface="Arial"/>
              <a:cs typeface="Arial"/>
              <a:sym typeface="Arial"/>
            </a:endParaRPr>
          </a:p>
          <a:p>
            <a:pPr indent="-342900" lvl="1" marL="800100" marR="0" rtl="0" algn="l">
              <a:lnSpc>
                <a:spcPct val="100000"/>
              </a:lnSpc>
              <a:spcBef>
                <a:spcPts val="580"/>
              </a:spcBef>
              <a:spcAft>
                <a:spcPts val="0"/>
              </a:spcAft>
              <a:buClr>
                <a:srgbClr val="0C7B9C"/>
              </a:buClr>
              <a:buSzPts val="1350"/>
              <a:buFont typeface="Arial"/>
              <a:buChar char="●"/>
            </a:pPr>
            <a:r>
              <a:rPr b="0" i="0" lang="en-US" sz="1800" u="none" cap="none" strike="noStrike">
                <a:solidFill>
                  <a:srgbClr val="000000"/>
                </a:solidFill>
                <a:latin typeface="Arial"/>
                <a:ea typeface="Arial"/>
                <a:cs typeface="Arial"/>
                <a:sym typeface="Arial"/>
              </a:rPr>
              <a:t>Ideal: </a:t>
            </a:r>
            <a:endParaRPr b="0" i="0" sz="1400" u="none" cap="none" strike="noStrike">
              <a:solidFill>
                <a:srgbClr val="000000"/>
              </a:solidFill>
              <a:latin typeface="Arial"/>
              <a:ea typeface="Arial"/>
              <a:cs typeface="Arial"/>
              <a:sym typeface="Arial"/>
            </a:endParaRPr>
          </a:p>
          <a:p>
            <a:pPr indent="-85725" lvl="2" marL="0" marR="0" rtl="0" algn="l">
              <a:lnSpc>
                <a:spcPct val="100000"/>
              </a:lnSpc>
              <a:spcBef>
                <a:spcPts val="580"/>
              </a:spcBef>
              <a:spcAft>
                <a:spcPts val="0"/>
              </a:spcAft>
              <a:buClr>
                <a:srgbClr val="000000"/>
              </a:buClr>
              <a:buSzPts val="1350"/>
              <a:buFont typeface="Noto Sans Symbols"/>
              <a:buChar char="▪"/>
            </a:pPr>
            <a:r>
              <a:rPr b="0" i="0" lang="en-US" sz="1800" u="none" cap="none" strike="noStrike">
                <a:solidFill>
                  <a:srgbClr val="000000"/>
                </a:solidFill>
                <a:latin typeface="Arial"/>
                <a:ea typeface="Arial"/>
                <a:cs typeface="Arial"/>
                <a:sym typeface="Arial"/>
              </a:rPr>
              <a:t> Area = 1</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580"/>
              </a:spcBef>
              <a:spcAft>
                <a:spcPts val="0"/>
              </a:spcAft>
              <a:buClr>
                <a:srgbClr val="0C7B9C"/>
              </a:buClr>
              <a:buSzPts val="1350"/>
              <a:buFont typeface="Arial"/>
              <a:buChar char="●"/>
            </a:pPr>
            <a:r>
              <a:rPr b="0" i="0" lang="en-US" sz="1800" u="none" cap="none" strike="noStrike">
                <a:solidFill>
                  <a:srgbClr val="000000"/>
                </a:solidFill>
                <a:latin typeface="Arial"/>
                <a:ea typeface="Arial"/>
                <a:cs typeface="Arial"/>
                <a:sym typeface="Arial"/>
              </a:rPr>
              <a:t>Random guess:</a:t>
            </a:r>
            <a:endParaRPr b="0" i="0" sz="1400" u="none" cap="none" strike="noStrike">
              <a:solidFill>
                <a:srgbClr val="000000"/>
              </a:solidFill>
              <a:latin typeface="Arial"/>
              <a:ea typeface="Arial"/>
              <a:cs typeface="Arial"/>
              <a:sym typeface="Arial"/>
            </a:endParaRPr>
          </a:p>
          <a:p>
            <a:pPr indent="-85725" lvl="2" marL="0" marR="0" rtl="0" algn="l">
              <a:lnSpc>
                <a:spcPct val="100000"/>
              </a:lnSpc>
              <a:spcBef>
                <a:spcPts val="580"/>
              </a:spcBef>
              <a:spcAft>
                <a:spcPts val="0"/>
              </a:spcAft>
              <a:buClr>
                <a:srgbClr val="000000"/>
              </a:buClr>
              <a:buSzPts val="1350"/>
              <a:buFont typeface="Noto Sans Symbols"/>
              <a:buChar char="▪"/>
            </a:pPr>
            <a:r>
              <a:rPr b="0" i="0" lang="en-US" sz="1800" u="none" cap="none" strike="noStrike">
                <a:solidFill>
                  <a:srgbClr val="000000"/>
                </a:solidFill>
                <a:latin typeface="Arial"/>
                <a:ea typeface="Arial"/>
                <a:cs typeface="Arial"/>
                <a:sym typeface="Arial"/>
              </a:rPr>
              <a:t> Area = 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3" name="Shape 3443"/>
        <p:cNvGrpSpPr/>
        <p:nvPr/>
      </p:nvGrpSpPr>
      <p:grpSpPr>
        <a:xfrm>
          <a:off x="0" y="0"/>
          <a:ext cx="0" cy="0"/>
          <a:chOff x="0" y="0"/>
          <a:chExt cx="0" cy="0"/>
        </a:xfrm>
      </p:grpSpPr>
      <p:sp>
        <p:nvSpPr>
          <p:cNvPr id="3444" name="Google Shape;3444;p54"/>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rgbClr val="101141"/>
              </a:buClr>
              <a:buSzPts val="1800"/>
              <a:buFont typeface="Arial"/>
              <a:buNone/>
            </a:pPr>
            <a:r>
              <a:rPr lang="en-US"/>
              <a:t>The table below shows the probability value (column 3) returned by a probabilistic classifier for each of the 10 tuples in a test set, sorted by decreasing probability order. The corresponding ROC is given on right hand side.</a:t>
            </a:r>
            <a:endParaRPr/>
          </a:p>
        </p:txBody>
      </p:sp>
      <p:sp>
        <p:nvSpPr>
          <p:cNvPr id="3445" name="Google Shape;3445;p54"/>
          <p:cNvSpPr txBox="1"/>
          <p:nvPr>
            <p:ph idx="4294967295" type="title"/>
          </p:nvPr>
        </p:nvSpPr>
        <p:spPr>
          <a:xfrm>
            <a:off x="304800" y="541338"/>
            <a:ext cx="6991350" cy="7651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Example</a:t>
            </a:r>
            <a:endParaRPr b="1" sz="3600">
              <a:latin typeface="Times New Roman"/>
              <a:ea typeface="Times New Roman"/>
              <a:cs typeface="Times New Roman"/>
              <a:sym typeface="Times New Roman"/>
            </a:endParaRPr>
          </a:p>
        </p:txBody>
      </p:sp>
      <p:pic>
        <p:nvPicPr>
          <p:cNvPr id="3446" name="Google Shape;3446;p54"/>
          <p:cNvPicPr preferRelativeResize="0"/>
          <p:nvPr/>
        </p:nvPicPr>
        <p:blipFill rotWithShape="1">
          <a:blip r:embed="rId3">
            <a:alphaModFix/>
          </a:blip>
          <a:srcRect b="0" l="0" r="0" t="0"/>
          <a:stretch/>
        </p:blipFill>
        <p:spPr>
          <a:xfrm>
            <a:off x="1037859" y="3036932"/>
            <a:ext cx="3381741" cy="2080857"/>
          </a:xfrm>
          <a:prstGeom prst="rect">
            <a:avLst/>
          </a:prstGeom>
          <a:noFill/>
          <a:ln>
            <a:noFill/>
          </a:ln>
        </p:spPr>
      </p:pic>
      <p:pic>
        <p:nvPicPr>
          <p:cNvPr id="3447" name="Google Shape;3447;p54"/>
          <p:cNvPicPr preferRelativeResize="0"/>
          <p:nvPr/>
        </p:nvPicPr>
        <p:blipFill rotWithShape="1">
          <a:blip r:embed="rId4">
            <a:alphaModFix/>
          </a:blip>
          <a:srcRect b="0" l="0" r="0" t="0"/>
          <a:stretch/>
        </p:blipFill>
        <p:spPr>
          <a:xfrm>
            <a:off x="5134341" y="3036932"/>
            <a:ext cx="2378869" cy="230743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1" name="Shape 3451"/>
        <p:cNvGrpSpPr/>
        <p:nvPr/>
      </p:nvGrpSpPr>
      <p:grpSpPr>
        <a:xfrm>
          <a:off x="0" y="0"/>
          <a:ext cx="0" cy="0"/>
          <a:chOff x="0" y="0"/>
          <a:chExt cx="0" cy="0"/>
        </a:xfrm>
      </p:grpSpPr>
      <p:sp>
        <p:nvSpPr>
          <p:cNvPr id="3452" name="Google Shape;3452;p55"/>
          <p:cNvSpPr txBox="1"/>
          <p:nvPr>
            <p:ph type="title"/>
          </p:nvPr>
        </p:nvSpPr>
        <p:spPr>
          <a:xfrm>
            <a:off x="533400" y="3048000"/>
            <a:ext cx="82296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Arial"/>
                <a:ea typeface="Arial"/>
                <a:cs typeface="Arial"/>
                <a:sym typeface="Arial"/>
              </a:rPr>
              <a:t>Common Issues in Classifiers</a:t>
            </a:r>
            <a:endParaRPr b="0" i="0" sz="3200" u="none" cap="none" strike="noStrike">
              <a:solidFill>
                <a:schemeClr val="dk1"/>
              </a:solidFill>
              <a:latin typeface="Arial"/>
              <a:ea typeface="Arial"/>
              <a:cs typeface="Arial"/>
              <a:sym typeface="Arial"/>
            </a:endParaRPr>
          </a:p>
        </p:txBody>
      </p:sp>
      <p:sp>
        <p:nvSpPr>
          <p:cNvPr id="3453" name="Google Shape;3453;p55"/>
          <p:cNvSpPr/>
          <p:nvPr/>
        </p:nvSpPr>
        <p:spPr>
          <a:xfrm>
            <a:off x="3102584" y="4495800"/>
            <a:ext cx="2680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a:t>
            </a:r>
            <a:endParaRPr b="1" i="0" sz="2400" u="none" cap="none" strike="noStrike">
              <a:solidFill>
                <a:schemeClr val="dk1"/>
              </a:solidFill>
              <a:latin typeface="Tahoma"/>
              <a:ea typeface="Tahoma"/>
              <a:cs typeface="Tahoma"/>
              <a:sym typeface="Tahom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7" name="Shape 3457"/>
        <p:cNvGrpSpPr/>
        <p:nvPr/>
      </p:nvGrpSpPr>
      <p:grpSpPr>
        <a:xfrm>
          <a:off x="0" y="0"/>
          <a:ext cx="0" cy="0"/>
          <a:chOff x="0" y="0"/>
          <a:chExt cx="0" cy="0"/>
        </a:xfrm>
      </p:grpSpPr>
      <p:sp>
        <p:nvSpPr>
          <p:cNvPr id="3458" name="Google Shape;3458;p5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Sigmoid Function </a:t>
            </a:r>
            <a:endParaRPr b="1" sz="2400">
              <a:latin typeface="Arial"/>
              <a:ea typeface="Arial"/>
              <a:cs typeface="Arial"/>
              <a:sym typeface="Arial"/>
            </a:endParaRPr>
          </a:p>
        </p:txBody>
      </p:sp>
      <p:sp>
        <p:nvSpPr>
          <p:cNvPr id="3459" name="Google Shape;3459;p56"/>
          <p:cNvSpPr txBox="1"/>
          <p:nvPr>
            <p:ph idx="1" type="body"/>
          </p:nvPr>
        </p:nvSpPr>
        <p:spPr>
          <a:xfrm>
            <a:off x="395536" y="1524000"/>
            <a:ext cx="8686800" cy="4525963"/>
          </a:xfrm>
          <a:prstGeom prst="rect">
            <a:avLst/>
          </a:prstGeom>
          <a:noFill/>
          <a:ln>
            <a:noFill/>
          </a:ln>
        </p:spPr>
        <p:txBody>
          <a:bodyPr anchorCtr="0" anchor="t" bIns="45700" lIns="91425" spcFirstLastPara="1" rIns="91425" wrap="square" tIns="45700">
            <a:normAutofit lnSpcReduction="10000"/>
          </a:bodyPr>
          <a:lstStyle/>
          <a:p>
            <a:pPr indent="-257175" lvl="0" marL="257175" rtl="0" algn="l">
              <a:lnSpc>
                <a:spcPct val="150000"/>
              </a:lnSpc>
              <a:spcBef>
                <a:spcPts val="0"/>
              </a:spcBef>
              <a:spcAft>
                <a:spcPts val="0"/>
              </a:spcAft>
              <a:buClr>
                <a:schemeClr val="dk1"/>
              </a:buClr>
              <a:buSzPts val="1800"/>
              <a:buChar char="•"/>
            </a:pPr>
            <a:r>
              <a:rPr lang="en-US">
                <a:latin typeface="Arial"/>
                <a:ea typeface="Arial"/>
                <a:cs typeface="Arial"/>
                <a:sym typeface="Arial"/>
              </a:rPr>
              <a:t>The main class of interest is </a:t>
            </a:r>
            <a:r>
              <a:rPr b="1" lang="en-US">
                <a:solidFill>
                  <a:srgbClr val="FF0000"/>
                </a:solidFill>
                <a:latin typeface="Arial"/>
                <a:ea typeface="Arial"/>
                <a:cs typeface="Arial"/>
                <a:sym typeface="Arial"/>
              </a:rPr>
              <a:t>rare</a:t>
            </a:r>
            <a:r>
              <a:rPr lang="en-US">
                <a:latin typeface="Arial"/>
                <a:ea typeface="Arial"/>
                <a:cs typeface="Arial"/>
                <a:sym typeface="Arial"/>
              </a:rPr>
              <a:t>. </a:t>
            </a:r>
            <a:endParaRPr/>
          </a:p>
          <a:p>
            <a:pPr indent="-257175" lvl="0" marL="257175" rtl="0" algn="l">
              <a:lnSpc>
                <a:spcPct val="150000"/>
              </a:lnSpc>
              <a:spcBef>
                <a:spcPts val="360"/>
              </a:spcBef>
              <a:spcAft>
                <a:spcPts val="0"/>
              </a:spcAft>
              <a:buClr>
                <a:schemeClr val="dk1"/>
              </a:buClr>
              <a:buSzPts val="1800"/>
              <a:buChar char="•"/>
            </a:pPr>
            <a:r>
              <a:rPr lang="en-US">
                <a:latin typeface="Arial"/>
                <a:ea typeface="Arial"/>
                <a:cs typeface="Arial"/>
                <a:sym typeface="Arial"/>
              </a:rPr>
              <a:t>The data set distribution reflects a significant majority of the negative class </a:t>
            </a:r>
            <a:r>
              <a:rPr lang="en-US">
                <a:solidFill>
                  <a:srgbClr val="C00000"/>
                </a:solidFill>
                <a:latin typeface="Arial"/>
                <a:ea typeface="Arial"/>
                <a:cs typeface="Arial"/>
                <a:sym typeface="Arial"/>
              </a:rPr>
              <a:t>(Eg., Job Offered = Yes/1) </a:t>
            </a:r>
            <a:r>
              <a:rPr lang="en-US">
                <a:latin typeface="Arial"/>
                <a:ea typeface="Arial"/>
                <a:cs typeface="Arial"/>
                <a:sym typeface="Arial"/>
              </a:rPr>
              <a:t> and a minority positive class </a:t>
            </a:r>
            <a:r>
              <a:rPr lang="en-US">
                <a:solidFill>
                  <a:srgbClr val="C00000"/>
                </a:solidFill>
                <a:latin typeface="Arial"/>
                <a:ea typeface="Arial"/>
                <a:cs typeface="Arial"/>
                <a:sym typeface="Arial"/>
              </a:rPr>
              <a:t>(Eg., Job Offered = No/0) </a:t>
            </a:r>
            <a:endParaRPr/>
          </a:p>
          <a:p>
            <a:pPr indent="-142875" lvl="0" marL="257175" rtl="0" algn="l">
              <a:lnSpc>
                <a:spcPct val="150000"/>
              </a:lnSpc>
              <a:spcBef>
                <a:spcPts val="360"/>
              </a:spcBef>
              <a:spcAft>
                <a:spcPts val="0"/>
              </a:spcAft>
              <a:buClr>
                <a:schemeClr val="dk1"/>
              </a:buClr>
              <a:buSzPts val="1800"/>
              <a:buNone/>
            </a:pPr>
            <a:r>
              <a:t/>
            </a:r>
            <a:endParaRPr>
              <a:latin typeface="Arial"/>
              <a:ea typeface="Arial"/>
              <a:cs typeface="Arial"/>
              <a:sym typeface="Arial"/>
            </a:endParaRPr>
          </a:p>
          <a:p>
            <a:pPr indent="-257175" lvl="0" marL="257175" rtl="0" algn="l">
              <a:lnSpc>
                <a:spcPct val="150000"/>
              </a:lnSpc>
              <a:spcBef>
                <a:spcPts val="360"/>
              </a:spcBef>
              <a:spcAft>
                <a:spcPts val="0"/>
              </a:spcAft>
              <a:buClr>
                <a:schemeClr val="dk1"/>
              </a:buClr>
              <a:buSzPts val="1800"/>
              <a:buChar char="•"/>
            </a:pPr>
            <a:r>
              <a:rPr lang="en-US">
                <a:latin typeface="Arial"/>
                <a:ea typeface="Arial"/>
                <a:cs typeface="Arial"/>
                <a:sym typeface="Arial"/>
              </a:rPr>
              <a:t>For Another Example, </a:t>
            </a:r>
            <a:endParaRPr>
              <a:latin typeface="Arial"/>
              <a:ea typeface="Arial"/>
              <a:cs typeface="Arial"/>
              <a:sym typeface="Arial"/>
            </a:endParaRPr>
          </a:p>
          <a:p>
            <a:pPr indent="-214312" lvl="1" marL="557213" rtl="0" algn="l">
              <a:lnSpc>
                <a:spcPct val="150000"/>
              </a:lnSpc>
              <a:spcBef>
                <a:spcPts val="360"/>
              </a:spcBef>
              <a:spcAft>
                <a:spcPts val="0"/>
              </a:spcAft>
              <a:buClr>
                <a:schemeClr val="dk1"/>
              </a:buClr>
              <a:buSzPts val="1800"/>
              <a:buChar char="–"/>
            </a:pPr>
            <a:r>
              <a:rPr lang="en-US">
                <a:latin typeface="Arial"/>
                <a:ea typeface="Arial"/>
                <a:cs typeface="Arial"/>
                <a:sym typeface="Arial"/>
              </a:rPr>
              <a:t>fraud detection applications, the class of interest (or positive class) is </a:t>
            </a:r>
            <a:r>
              <a:rPr i="1" lang="en-US">
                <a:latin typeface="Arial"/>
                <a:ea typeface="Arial"/>
                <a:cs typeface="Arial"/>
                <a:sym typeface="Arial"/>
              </a:rPr>
              <a:t>“fraud,”</a:t>
            </a:r>
            <a:endParaRPr/>
          </a:p>
          <a:p>
            <a:pPr indent="-214312" lvl="1" marL="557213" rtl="0" algn="l">
              <a:lnSpc>
                <a:spcPct val="150000"/>
              </a:lnSpc>
              <a:spcBef>
                <a:spcPts val="360"/>
              </a:spcBef>
              <a:spcAft>
                <a:spcPts val="0"/>
              </a:spcAft>
              <a:buClr>
                <a:schemeClr val="dk1"/>
              </a:buClr>
              <a:buSzPts val="1800"/>
              <a:buChar char="–"/>
            </a:pPr>
            <a:r>
              <a:rPr i="1" lang="en-US">
                <a:latin typeface="Arial"/>
                <a:ea typeface="Arial"/>
                <a:cs typeface="Arial"/>
                <a:sym typeface="Arial"/>
              </a:rPr>
              <a:t>m</a:t>
            </a:r>
            <a:r>
              <a:rPr lang="en-US">
                <a:latin typeface="Arial"/>
                <a:ea typeface="Arial"/>
                <a:cs typeface="Arial"/>
                <a:sym typeface="Arial"/>
              </a:rPr>
              <a:t>edical tests, there may be a rare class, such as </a:t>
            </a:r>
            <a:r>
              <a:rPr i="1" lang="en-US">
                <a:latin typeface="Arial"/>
                <a:ea typeface="Arial"/>
                <a:cs typeface="Arial"/>
                <a:sym typeface="Arial"/>
              </a:rPr>
              <a:t>“cancer”</a:t>
            </a:r>
            <a:endParaRPr/>
          </a:p>
          <a:p>
            <a:pPr indent="-100011" lvl="1" marL="557213" rtl="0" algn="l">
              <a:lnSpc>
                <a:spcPct val="150000"/>
              </a:lnSpc>
              <a:spcBef>
                <a:spcPts val="360"/>
              </a:spcBef>
              <a:spcAft>
                <a:spcPts val="0"/>
              </a:spcAft>
              <a:buClr>
                <a:schemeClr val="dk1"/>
              </a:buClr>
              <a:buSzPts val="1800"/>
              <a:buNone/>
            </a:pPr>
            <a:r>
              <a:t/>
            </a:r>
            <a:endParaRPr>
              <a:latin typeface="Arial"/>
              <a:ea typeface="Arial"/>
              <a:cs typeface="Arial"/>
              <a:sym typeface="Arial"/>
            </a:endParaRPr>
          </a:p>
          <a:p>
            <a:pPr indent="-257175" lvl="0" marL="257175" rtl="0" algn="l">
              <a:lnSpc>
                <a:spcPct val="150000"/>
              </a:lnSpc>
              <a:spcBef>
                <a:spcPts val="360"/>
              </a:spcBef>
              <a:spcAft>
                <a:spcPts val="0"/>
              </a:spcAft>
              <a:buClr>
                <a:schemeClr val="dk1"/>
              </a:buClr>
              <a:buSzPts val="1800"/>
              <a:buChar char="•"/>
            </a:pPr>
            <a:r>
              <a:rPr b="1" lang="en-US">
                <a:latin typeface="Arial"/>
                <a:ea typeface="Arial"/>
                <a:cs typeface="Arial"/>
                <a:sym typeface="Arial"/>
              </a:rPr>
              <a:t>Accuracy</a:t>
            </a:r>
            <a:r>
              <a:rPr lang="en-US">
                <a:latin typeface="Arial"/>
                <a:ea typeface="Arial"/>
                <a:cs typeface="Arial"/>
                <a:sym typeface="Arial"/>
              </a:rPr>
              <a:t> </a:t>
            </a:r>
            <a:r>
              <a:rPr b="1" lang="en-US">
                <a:latin typeface="Arial"/>
                <a:ea typeface="Arial"/>
                <a:cs typeface="Arial"/>
                <a:sym typeface="Arial"/>
              </a:rPr>
              <a:t>might not be a good option </a:t>
            </a:r>
            <a:r>
              <a:rPr lang="en-US">
                <a:latin typeface="Arial"/>
                <a:ea typeface="Arial"/>
                <a:cs typeface="Arial"/>
                <a:sym typeface="Arial"/>
              </a:rPr>
              <a:t>for measuring performance in case of class imbalance problem</a:t>
            </a:r>
            <a:endParaRPr/>
          </a:p>
        </p:txBody>
      </p:sp>
      <p:sp>
        <p:nvSpPr>
          <p:cNvPr id="3460" name="Google Shape;3460;p56"/>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solidFill>
                  <a:srgbClr val="000000"/>
                </a:solidFill>
              </a:rPr>
              <a:t>‹#›</a:t>
            </a:fld>
            <a:endParaRPr>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4" name="Shape 3464"/>
        <p:cNvGrpSpPr/>
        <p:nvPr/>
      </p:nvGrpSpPr>
      <p:grpSpPr>
        <a:xfrm>
          <a:off x="0" y="0"/>
          <a:ext cx="0" cy="0"/>
          <a:chOff x="0" y="0"/>
          <a:chExt cx="0" cy="0"/>
        </a:xfrm>
      </p:grpSpPr>
      <p:sp>
        <p:nvSpPr>
          <p:cNvPr id="3465" name="Google Shape;3465;p5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Solution to Class Imbalance</a:t>
            </a:r>
            <a:endParaRPr b="1" sz="2400">
              <a:latin typeface="Arial"/>
              <a:ea typeface="Arial"/>
              <a:cs typeface="Arial"/>
              <a:sym typeface="Arial"/>
            </a:endParaRPr>
          </a:p>
        </p:txBody>
      </p:sp>
      <p:sp>
        <p:nvSpPr>
          <p:cNvPr id="3466" name="Google Shape;3466;p57"/>
          <p:cNvSpPr txBox="1"/>
          <p:nvPr>
            <p:ph idx="1" type="body"/>
          </p:nvPr>
        </p:nvSpPr>
        <p:spPr>
          <a:xfrm>
            <a:off x="395536" y="1524000"/>
            <a:ext cx="8686800" cy="4525963"/>
          </a:xfrm>
          <a:prstGeom prst="rect">
            <a:avLst/>
          </a:prstGeom>
          <a:noFill/>
          <a:ln>
            <a:noFill/>
          </a:ln>
        </p:spPr>
        <p:txBody>
          <a:bodyPr anchorCtr="0" anchor="t" bIns="45700" lIns="91425" spcFirstLastPara="1" rIns="91425" wrap="square" tIns="45700">
            <a:normAutofit/>
          </a:bodyPr>
          <a:lstStyle/>
          <a:p>
            <a:pPr indent="-257175" lvl="0" marL="257175" rtl="0" algn="l">
              <a:lnSpc>
                <a:spcPct val="150000"/>
              </a:lnSpc>
              <a:spcBef>
                <a:spcPts val="0"/>
              </a:spcBef>
              <a:spcAft>
                <a:spcPts val="0"/>
              </a:spcAft>
              <a:buClr>
                <a:schemeClr val="dk1"/>
              </a:buClr>
              <a:buSzPts val="1800"/>
              <a:buChar char="•"/>
            </a:pPr>
            <a:r>
              <a:rPr lang="en-US">
                <a:latin typeface="Arial"/>
                <a:ea typeface="Arial"/>
                <a:cs typeface="Arial"/>
                <a:sym typeface="Arial"/>
              </a:rPr>
              <a:t>Generate Synthetic Samples</a:t>
            </a:r>
            <a:endParaRPr/>
          </a:p>
          <a:p>
            <a:pPr indent="-257175" lvl="0" marL="257175" rtl="0" algn="l">
              <a:lnSpc>
                <a:spcPct val="150000"/>
              </a:lnSpc>
              <a:spcBef>
                <a:spcPts val="360"/>
              </a:spcBef>
              <a:spcAft>
                <a:spcPts val="0"/>
              </a:spcAft>
              <a:buClr>
                <a:schemeClr val="dk1"/>
              </a:buClr>
              <a:buSzPts val="1800"/>
              <a:buChar char="•"/>
            </a:pPr>
            <a:r>
              <a:rPr lang="en-US">
                <a:latin typeface="Arial"/>
                <a:ea typeface="Arial"/>
                <a:cs typeface="Arial"/>
                <a:sym typeface="Arial"/>
              </a:rPr>
              <a:t>New samples based on the distances between the point and its nearest neighbors E.g. Synthetic Minority Oversampling Technique, or </a:t>
            </a:r>
            <a:r>
              <a:rPr lang="en-US">
                <a:solidFill>
                  <a:srgbClr val="C00000"/>
                </a:solidFill>
                <a:latin typeface="Arial"/>
                <a:ea typeface="Arial"/>
                <a:cs typeface="Arial"/>
                <a:sym typeface="Arial"/>
              </a:rPr>
              <a:t>SMOTE class in sklearn</a:t>
            </a:r>
            <a:endParaRPr>
              <a:solidFill>
                <a:srgbClr val="C00000"/>
              </a:solidFill>
              <a:latin typeface="Arial"/>
              <a:ea typeface="Arial"/>
              <a:cs typeface="Arial"/>
              <a:sym typeface="Arial"/>
            </a:endParaRPr>
          </a:p>
          <a:p>
            <a:pPr indent="-257175" lvl="0" marL="257175" rtl="0" algn="l">
              <a:lnSpc>
                <a:spcPct val="150000"/>
              </a:lnSpc>
              <a:spcBef>
                <a:spcPts val="360"/>
              </a:spcBef>
              <a:spcAft>
                <a:spcPts val="0"/>
              </a:spcAft>
              <a:buClr>
                <a:schemeClr val="dk1"/>
              </a:buClr>
              <a:buSzPts val="1800"/>
              <a:buChar char="•"/>
            </a:pPr>
            <a:r>
              <a:rPr lang="en-US">
                <a:latin typeface="Arial"/>
                <a:ea typeface="Arial"/>
                <a:cs typeface="Arial"/>
                <a:sym typeface="Arial"/>
              </a:rPr>
              <a:t>Change the performance metric : Use Recall, Precision or ROC curves instead of accuracy</a:t>
            </a:r>
            <a:endParaRPr/>
          </a:p>
          <a:p>
            <a:pPr indent="-257175" lvl="0" marL="257175" rtl="0" algn="l">
              <a:lnSpc>
                <a:spcPct val="150000"/>
              </a:lnSpc>
              <a:spcBef>
                <a:spcPts val="360"/>
              </a:spcBef>
              <a:spcAft>
                <a:spcPts val="0"/>
              </a:spcAft>
              <a:buClr>
                <a:schemeClr val="dk1"/>
              </a:buClr>
              <a:buSzPts val="1800"/>
              <a:buChar char="•"/>
            </a:pPr>
            <a:r>
              <a:rPr lang="en-US">
                <a:latin typeface="Arial"/>
                <a:ea typeface="Arial"/>
                <a:cs typeface="Arial"/>
                <a:sym typeface="Arial"/>
              </a:rPr>
              <a:t>Try different algorithms : Some algorithms as Support Vector Machines and Tree-Based algorithms may work better with imbalanced classes. We will discuss these post mid term </a:t>
            </a:r>
            <a:endParaRPr>
              <a:latin typeface="Arial"/>
              <a:ea typeface="Arial"/>
              <a:cs typeface="Arial"/>
              <a:sym typeface="Arial"/>
            </a:endParaRPr>
          </a:p>
          <a:p>
            <a:pPr indent="-142875" lvl="0" marL="257175" rtl="0" algn="l">
              <a:lnSpc>
                <a:spcPct val="150000"/>
              </a:lnSpc>
              <a:spcBef>
                <a:spcPts val="360"/>
              </a:spcBef>
              <a:spcAft>
                <a:spcPts val="0"/>
              </a:spcAft>
              <a:buClr>
                <a:schemeClr val="dk1"/>
              </a:buClr>
              <a:buSzPts val="1800"/>
              <a:buNone/>
            </a:pPr>
            <a:r>
              <a:t/>
            </a:r>
            <a:endParaRPr>
              <a:latin typeface="Arial"/>
              <a:ea typeface="Arial"/>
              <a:cs typeface="Arial"/>
              <a:sym typeface="Arial"/>
            </a:endParaRPr>
          </a:p>
        </p:txBody>
      </p:sp>
      <p:sp>
        <p:nvSpPr>
          <p:cNvPr id="3467" name="Google Shape;3467;p5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solidFill>
                  <a:srgbClr val="000000"/>
                </a:solidFill>
              </a:rPr>
              <a:t>‹#›</a:t>
            </a:fld>
            <a:endParaRPr>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2" name="Shape 3472"/>
        <p:cNvGrpSpPr/>
        <p:nvPr/>
      </p:nvGrpSpPr>
      <p:grpSpPr>
        <a:xfrm>
          <a:off x="0" y="0"/>
          <a:ext cx="0" cy="0"/>
          <a:chOff x="0" y="0"/>
          <a:chExt cx="0" cy="0"/>
        </a:xfrm>
      </p:grpSpPr>
      <p:sp>
        <p:nvSpPr>
          <p:cNvPr id="3473" name="Google Shape;3473;p58"/>
          <p:cNvSpPr txBox="1"/>
          <p:nvPr>
            <p:ph type="title"/>
          </p:nvPr>
        </p:nvSpPr>
        <p:spPr>
          <a:xfrm>
            <a:off x="170329" y="14973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Logistic Regression –Additional Practice Exercises</a:t>
            </a:r>
            <a:endParaRPr b="1" sz="2400">
              <a:latin typeface="Arial"/>
              <a:ea typeface="Arial"/>
              <a:cs typeface="Arial"/>
              <a:sym typeface="Arial"/>
            </a:endParaRPr>
          </a:p>
        </p:txBody>
      </p:sp>
      <p:pic>
        <p:nvPicPr>
          <p:cNvPr id="3474" name="Google Shape;3474;p58"/>
          <p:cNvPicPr preferRelativeResize="0"/>
          <p:nvPr/>
        </p:nvPicPr>
        <p:blipFill rotWithShape="1">
          <a:blip r:embed="rId3">
            <a:alphaModFix/>
          </a:blip>
          <a:srcRect b="0" l="0" r="0" t="0"/>
          <a:stretch/>
        </p:blipFill>
        <p:spPr>
          <a:xfrm>
            <a:off x="217954" y="1475301"/>
            <a:ext cx="3410133" cy="1634612"/>
          </a:xfrm>
          <a:prstGeom prst="rect">
            <a:avLst/>
          </a:prstGeom>
          <a:noFill/>
          <a:ln>
            <a:noFill/>
          </a:ln>
        </p:spPr>
      </p:pic>
      <p:sp>
        <p:nvSpPr>
          <p:cNvPr id="3475" name="Google Shape;3475;p58"/>
          <p:cNvSpPr txBox="1"/>
          <p:nvPr/>
        </p:nvSpPr>
        <p:spPr>
          <a:xfrm>
            <a:off x="5410200" y="1513400"/>
            <a:ext cx="3055132"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Hyper parameters: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Learning Rate = 0.8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Initial Weights  = (-0.1, 0.2,-0.5)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Regularization Constant = 10</a:t>
            </a:r>
            <a:endParaRPr b="0" i="0" sz="1600" u="none" cap="none" strike="noStrike">
              <a:solidFill>
                <a:srgbClr val="000000"/>
              </a:solidFill>
              <a:latin typeface="Arial"/>
              <a:ea typeface="Arial"/>
              <a:cs typeface="Arial"/>
              <a:sym typeface="Arial"/>
            </a:endParaRPr>
          </a:p>
        </p:txBody>
      </p:sp>
      <p:sp>
        <p:nvSpPr>
          <p:cNvPr id="3476" name="Google Shape;3476;p58"/>
          <p:cNvSpPr/>
          <p:nvPr/>
        </p:nvSpPr>
        <p:spPr>
          <a:xfrm>
            <a:off x="5257916" y="2914973"/>
            <a:ext cx="2112822" cy="6412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477" name="Google Shape;3477;p58"/>
          <p:cNvSpPr txBox="1"/>
          <p:nvPr/>
        </p:nvSpPr>
        <p:spPr>
          <a:xfrm>
            <a:off x="170329" y="3541951"/>
            <a:ext cx="8821271"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 this similar problem discussed in class note that the hyper parameters are different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a:p>
            <a:pPr indent="-342900" lvl="0" marL="342900" marR="0" rtl="0" algn="l">
              <a:lnSpc>
                <a:spcPct val="100000"/>
              </a:lnSpc>
              <a:spcBef>
                <a:spcPts val="0"/>
              </a:spcBef>
              <a:spcAft>
                <a:spcPts val="0"/>
              </a:spcAft>
              <a:buClr>
                <a:srgbClr val="000000"/>
              </a:buClr>
              <a:buSzPts val="1600"/>
              <a:buFont typeface="Calibri"/>
              <a:buAutoNum type="arabicPeriod"/>
            </a:pPr>
            <a:r>
              <a:rPr b="0" i="0" lang="en-US" sz="1600" u="none" cap="none" strike="noStrike">
                <a:solidFill>
                  <a:srgbClr val="000000"/>
                </a:solidFill>
                <a:latin typeface="Tahoma"/>
                <a:ea typeface="Tahoma"/>
                <a:cs typeface="Tahoma"/>
                <a:sym typeface="Tahoma"/>
              </a:rPr>
              <a:t>Formulate the gradient descent update equations for this problem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Calibri"/>
              <a:buAutoNum type="arabicPeriod"/>
            </a:pPr>
            <a:r>
              <a:rPr b="0" i="0" lang="en-US" sz="1600" u="none" cap="none" strike="noStrike">
                <a:solidFill>
                  <a:srgbClr val="000000"/>
                </a:solidFill>
                <a:latin typeface="Tahoma"/>
                <a:ea typeface="Tahoma"/>
                <a:cs typeface="Tahoma"/>
                <a:sym typeface="Tahoma"/>
              </a:rPr>
              <a:t>Repeat the GD for two iterations </a:t>
            </a:r>
            <a:endParaRPr b="0" i="0" sz="1600" u="none" cap="none" strike="noStrike">
              <a:solidFill>
                <a:srgbClr val="000000"/>
              </a:solidFill>
              <a:latin typeface="Tahoma"/>
              <a:ea typeface="Tahoma"/>
              <a:cs typeface="Tahoma"/>
              <a:sym typeface="Tahoma"/>
            </a:endParaRPr>
          </a:p>
          <a:p>
            <a:pPr indent="-342900" lvl="0" marL="342900" marR="0" rtl="0" algn="l">
              <a:lnSpc>
                <a:spcPct val="100000"/>
              </a:lnSpc>
              <a:spcBef>
                <a:spcPts val="0"/>
              </a:spcBef>
              <a:spcAft>
                <a:spcPts val="0"/>
              </a:spcAft>
              <a:buClr>
                <a:srgbClr val="000000"/>
              </a:buClr>
              <a:buSzPts val="1600"/>
              <a:buFont typeface="Calibri"/>
              <a:buAutoNum type="arabicPeriod"/>
            </a:pPr>
            <a:r>
              <a:rPr b="0" i="0" lang="en-US" sz="1600" u="none" cap="none" strike="noStrike">
                <a:solidFill>
                  <a:srgbClr val="000000"/>
                </a:solidFill>
                <a:latin typeface="Tahoma"/>
                <a:ea typeface="Tahoma"/>
                <a:cs typeface="Tahoma"/>
                <a:sym typeface="Tahoma"/>
              </a:rPr>
              <a:t>Find the Loss at every iterations and interpret your observation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Calibri"/>
              <a:buAutoNum type="arabicPeriod"/>
            </a:pPr>
            <a:r>
              <a:rPr b="0" i="0" lang="en-US" sz="1600" u="none" cap="none" strike="noStrike">
                <a:solidFill>
                  <a:srgbClr val="000000"/>
                </a:solidFill>
                <a:latin typeface="Tahoma"/>
                <a:ea typeface="Tahoma"/>
                <a:cs typeface="Tahoma"/>
                <a:sym typeface="Tahoma"/>
              </a:rPr>
              <a:t>Using the results of second iteration answer below questions: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1600"/>
              <a:buFont typeface="Calibri"/>
              <a:buAutoNum type="alphaLcParenR"/>
            </a:pPr>
            <a:r>
              <a:rPr b="0" i="0" lang="en-US" sz="1600" u="none" cap="none" strike="noStrike">
                <a:solidFill>
                  <a:srgbClr val="000000"/>
                </a:solidFill>
                <a:latin typeface="Tahoma"/>
                <a:ea typeface="Tahoma"/>
                <a:cs typeface="Tahoma"/>
                <a:sym typeface="Tahoma"/>
              </a:rPr>
              <a:t>Interpret the influence of the CGPA in the response variable</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1600"/>
              <a:buFont typeface="Calibri"/>
              <a:buAutoNum type="alphaLcParenR"/>
            </a:pPr>
            <a:r>
              <a:rPr b="0" i="0" lang="en-US" sz="1600" u="none" cap="none" strike="noStrike">
                <a:solidFill>
                  <a:srgbClr val="000000"/>
                </a:solidFill>
                <a:latin typeface="Tahoma"/>
                <a:ea typeface="Tahoma"/>
                <a:cs typeface="Tahoma"/>
                <a:sym typeface="Tahoma"/>
              </a:rPr>
              <a:t>Predict if a new candidates with IQ=5 and CGPA = 9 will be offered job or not?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Calibri"/>
              <a:buAutoNum type="arabicPeriod"/>
            </a:pPr>
            <a:r>
              <a:rPr b="0" i="0" lang="en-US" sz="1600" u="none" cap="none" strike="noStrike">
                <a:solidFill>
                  <a:srgbClr val="000000"/>
                </a:solidFill>
                <a:latin typeface="Tahoma"/>
                <a:ea typeface="Tahoma"/>
                <a:cs typeface="Tahoma"/>
                <a:sym typeface="Tahoma"/>
              </a:rPr>
              <a:t>Repeat the steps 2 to 4 by using stochastic gradient descent instead of batch gradient descent for 4 iterations. (Take any random sample from among 6 instances for these 4 iterations)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2" name="Shape 3482"/>
        <p:cNvGrpSpPr/>
        <p:nvPr/>
      </p:nvGrpSpPr>
      <p:grpSpPr>
        <a:xfrm>
          <a:off x="0" y="0"/>
          <a:ext cx="0" cy="0"/>
          <a:chOff x="0" y="0"/>
          <a:chExt cx="0" cy="0"/>
        </a:xfrm>
      </p:grpSpPr>
      <p:sp>
        <p:nvSpPr>
          <p:cNvPr id="3483" name="Google Shape;3483;g2a91b469c0f_1_10"/>
          <p:cNvSpPr txBox="1"/>
          <p:nvPr>
            <p:ph type="title"/>
          </p:nvPr>
        </p:nvSpPr>
        <p:spPr>
          <a:xfrm>
            <a:off x="395536" y="274638"/>
            <a:ext cx="6120600" cy="850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700"/>
              <a:buNone/>
            </a:pPr>
            <a:r>
              <a:t/>
            </a:r>
            <a:endParaRPr/>
          </a:p>
        </p:txBody>
      </p:sp>
      <p:sp>
        <p:nvSpPr>
          <p:cNvPr id="3484" name="Google Shape;3484;g2a91b469c0f_1_10"/>
          <p:cNvSpPr txBox="1"/>
          <p:nvPr>
            <p:ph idx="1" type="body"/>
          </p:nvPr>
        </p:nvSpPr>
        <p:spPr>
          <a:xfrm>
            <a:off x="457200" y="1600202"/>
            <a:ext cx="8229600" cy="452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t/>
            </a:r>
            <a:endParaRPr/>
          </a:p>
        </p:txBody>
      </p:sp>
      <p:sp>
        <p:nvSpPr>
          <p:cNvPr id="3485" name="Google Shape;3485;g2a91b469c0f_1_10"/>
          <p:cNvSpPr txBox="1"/>
          <p:nvPr>
            <p:ph idx="12" type="sldNum"/>
          </p:nvPr>
        </p:nvSpPr>
        <p:spPr>
          <a:xfrm>
            <a:off x="8532441" y="6237314"/>
            <a:ext cx="611700" cy="293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486" name="Google Shape;3486;g2a91b469c0f_1_10"/>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0" name="Shape 3490"/>
        <p:cNvGrpSpPr/>
        <p:nvPr/>
      </p:nvGrpSpPr>
      <p:grpSpPr>
        <a:xfrm>
          <a:off x="0" y="0"/>
          <a:ext cx="0" cy="0"/>
          <a:chOff x="0" y="0"/>
          <a:chExt cx="0" cy="0"/>
        </a:xfrm>
      </p:grpSpPr>
      <p:sp>
        <p:nvSpPr>
          <p:cNvPr id="3491" name="Google Shape;3491;p59"/>
          <p:cNvSpPr txBox="1"/>
          <p:nvPr>
            <p:ph idx="4294967295"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sz="3200">
                <a:solidFill>
                  <a:srgbClr val="C00000"/>
                </a:solidFill>
              </a:rPr>
              <a:t>Types of Classification Based </a:t>
            </a:r>
            <a:br>
              <a:rPr lang="en-US" sz="3200">
                <a:solidFill>
                  <a:srgbClr val="C00000"/>
                </a:solidFill>
              </a:rPr>
            </a:br>
            <a:r>
              <a:rPr lang="en-US" sz="3200">
                <a:solidFill>
                  <a:srgbClr val="C00000"/>
                </a:solidFill>
              </a:rPr>
              <a:t>on the Output Labels</a:t>
            </a:r>
            <a:endParaRPr sz="3200">
              <a:solidFill>
                <a:srgbClr val="C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6" name="Shape 3496"/>
        <p:cNvGrpSpPr/>
        <p:nvPr/>
      </p:nvGrpSpPr>
      <p:grpSpPr>
        <a:xfrm>
          <a:off x="0" y="0"/>
          <a:ext cx="0" cy="0"/>
          <a:chOff x="0" y="0"/>
          <a:chExt cx="0" cy="0"/>
        </a:xfrm>
      </p:grpSpPr>
      <p:sp>
        <p:nvSpPr>
          <p:cNvPr id="3497" name="Google Shape;3497;p60"/>
          <p:cNvSpPr txBox="1"/>
          <p:nvPr>
            <p:ph type="title"/>
          </p:nvPr>
        </p:nvSpPr>
        <p:spPr>
          <a:xfrm>
            <a:off x="395536" y="191859"/>
            <a:ext cx="6538664" cy="1015663"/>
          </a:xfrm>
          <a:prstGeom prst="rect">
            <a:avLst/>
          </a:prstGeom>
          <a:noFill/>
          <a:ln>
            <a:noFill/>
          </a:ln>
        </p:spPr>
        <p:txBody>
          <a:bodyPr anchorCtr="0" anchor="ctr" bIns="45700" lIns="91425" spcFirstLastPara="1" rIns="91425" wrap="square" tIns="45700">
            <a:spAutoFit/>
          </a:bodyPr>
          <a:lstStyle/>
          <a:p>
            <a:pPr indent="0" lvl="0" marL="185738"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Types of Classification </a:t>
            </a:r>
            <a:br>
              <a:rPr b="1" lang="en-US" sz="2400">
                <a:latin typeface="Arial"/>
                <a:ea typeface="Arial"/>
                <a:cs typeface="Arial"/>
                <a:sym typeface="Arial"/>
              </a:rPr>
            </a:br>
            <a:r>
              <a:rPr b="1" lang="en-US" sz="2400">
                <a:latin typeface="Arial"/>
                <a:ea typeface="Arial"/>
                <a:cs typeface="Arial"/>
                <a:sym typeface="Arial"/>
              </a:rPr>
              <a:t>					</a:t>
            </a:r>
            <a:r>
              <a:rPr b="1" lang="en-US" sz="2400">
                <a:solidFill>
                  <a:srgbClr val="C00000"/>
                </a:solidFill>
              </a:rPr>
              <a:t>Output Labels</a:t>
            </a:r>
            <a:endParaRPr b="1" sz="2400">
              <a:latin typeface="Arial"/>
              <a:ea typeface="Arial"/>
              <a:cs typeface="Arial"/>
              <a:sym typeface="Arial"/>
            </a:endParaRPr>
          </a:p>
        </p:txBody>
      </p:sp>
      <p:sp>
        <p:nvSpPr>
          <p:cNvPr id="3498" name="Google Shape;3498;p60"/>
          <p:cNvSpPr txBox="1"/>
          <p:nvPr>
            <p:ph idx="1" type="body"/>
          </p:nvPr>
        </p:nvSpPr>
        <p:spPr>
          <a:xfrm>
            <a:off x="152400" y="1371600"/>
            <a:ext cx="5726772" cy="5486400"/>
          </a:xfrm>
          <a:prstGeom prst="rect">
            <a:avLst/>
          </a:prstGeom>
          <a:noFill/>
          <a:ln>
            <a:noFill/>
          </a:ln>
        </p:spPr>
        <p:txBody>
          <a:bodyPr anchorCtr="0" anchor="t" bIns="45700" lIns="91425" spcFirstLastPara="1" rIns="91425" wrap="square" tIns="45700">
            <a:noAutofit/>
          </a:bodyPr>
          <a:lstStyle/>
          <a:p>
            <a:pPr indent="-342900" lvl="0" marL="457200" rtl="0" algn="l">
              <a:lnSpc>
                <a:spcPct val="150000"/>
              </a:lnSpc>
              <a:spcBef>
                <a:spcPts val="360"/>
              </a:spcBef>
              <a:spcAft>
                <a:spcPts val="0"/>
              </a:spcAft>
              <a:buSzPts val="1800"/>
              <a:buChar char="•"/>
            </a:pPr>
            <a:r>
              <a:rPr lang="en-US" sz="1800">
                <a:latin typeface="Arial"/>
                <a:ea typeface="Arial"/>
                <a:cs typeface="Arial"/>
                <a:sym typeface="Arial"/>
              </a:rPr>
              <a:t>Target Concept  </a:t>
            </a:r>
            <a:endParaRPr/>
          </a:p>
          <a:p>
            <a:pPr indent="-228600" lvl="0" marL="457200" rtl="0" algn="l">
              <a:lnSpc>
                <a:spcPct val="150000"/>
              </a:lnSpc>
              <a:spcBef>
                <a:spcPts val="360"/>
              </a:spcBef>
              <a:spcAft>
                <a:spcPts val="0"/>
              </a:spcAft>
              <a:buSzPts val="1800"/>
              <a:buNone/>
            </a:pPr>
            <a:r>
              <a:t/>
            </a:r>
            <a:endParaRPr sz="1800">
              <a:latin typeface="Arial"/>
              <a:ea typeface="Arial"/>
              <a:cs typeface="Arial"/>
              <a:sym typeface="Arial"/>
            </a:endParaRPr>
          </a:p>
          <a:p>
            <a:pPr indent="-228600" lvl="0" marL="457200" rtl="0" algn="l">
              <a:lnSpc>
                <a:spcPct val="150000"/>
              </a:lnSpc>
              <a:spcBef>
                <a:spcPts val="360"/>
              </a:spcBef>
              <a:spcAft>
                <a:spcPts val="0"/>
              </a:spcAft>
              <a:buSzPts val="1800"/>
              <a:buNone/>
            </a:pPr>
            <a:r>
              <a:t/>
            </a:r>
            <a:endParaRPr sz="1800">
              <a:latin typeface="Arial"/>
              <a:ea typeface="Arial"/>
              <a:cs typeface="Arial"/>
              <a:sym typeface="Arial"/>
            </a:endParaRPr>
          </a:p>
          <a:p>
            <a:pPr indent="-228600" lvl="0" marL="457200" rtl="0" algn="l">
              <a:lnSpc>
                <a:spcPct val="150000"/>
              </a:lnSpc>
              <a:spcBef>
                <a:spcPts val="360"/>
              </a:spcBef>
              <a:spcAft>
                <a:spcPts val="0"/>
              </a:spcAft>
              <a:buSzPts val="1800"/>
              <a:buNone/>
            </a:pPr>
            <a:r>
              <a:t/>
            </a:r>
            <a:endParaRPr sz="1800">
              <a:latin typeface="Arial"/>
              <a:ea typeface="Arial"/>
              <a:cs typeface="Arial"/>
              <a:sym typeface="Arial"/>
            </a:endParaRPr>
          </a:p>
        </p:txBody>
      </p:sp>
      <p:sp>
        <p:nvSpPr>
          <p:cNvPr id="3499" name="Google Shape;3499;p60"/>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fld id="{00000000-1234-1234-1234-123412341234}" type="slidenum">
              <a:rPr b="1" i="0" lang="en-US" sz="1600" u="none" cap="none" strike="noStrike">
                <a:solidFill>
                  <a:srgbClr val="000000"/>
                </a:solidFill>
                <a:latin typeface="Times New Roman"/>
                <a:ea typeface="Times New Roman"/>
                <a:cs typeface="Times New Roman"/>
                <a:sym typeface="Times New Roman"/>
              </a:rPr>
              <a:t>‹#›</a:t>
            </a:fld>
            <a:endParaRPr b="1" i="0" sz="1600" u="none" cap="none" strike="noStrike">
              <a:solidFill>
                <a:srgbClr val="000000"/>
              </a:solidFill>
              <a:latin typeface="Times New Roman"/>
              <a:ea typeface="Times New Roman"/>
              <a:cs typeface="Times New Roman"/>
              <a:sym typeface="Times New Roman"/>
            </a:endParaRPr>
          </a:p>
        </p:txBody>
      </p:sp>
      <p:pic>
        <p:nvPicPr>
          <p:cNvPr id="3500" name="Google Shape;3500;p60"/>
          <p:cNvPicPr preferRelativeResize="0"/>
          <p:nvPr/>
        </p:nvPicPr>
        <p:blipFill rotWithShape="1">
          <a:blip r:embed="rId3">
            <a:alphaModFix/>
          </a:blip>
          <a:srcRect b="0" l="0" r="0" t="0"/>
          <a:stretch/>
        </p:blipFill>
        <p:spPr>
          <a:xfrm>
            <a:off x="5553336" y="1806199"/>
            <a:ext cx="2761727" cy="2719052"/>
          </a:xfrm>
          <a:prstGeom prst="rect">
            <a:avLst/>
          </a:prstGeom>
          <a:noFill/>
          <a:ln>
            <a:noFill/>
          </a:ln>
        </p:spPr>
      </p:pic>
      <p:pic>
        <p:nvPicPr>
          <p:cNvPr id="3501" name="Google Shape;3501;p60"/>
          <p:cNvPicPr preferRelativeResize="0"/>
          <p:nvPr/>
        </p:nvPicPr>
        <p:blipFill rotWithShape="1">
          <a:blip r:embed="rId4">
            <a:alphaModFix/>
          </a:blip>
          <a:srcRect b="0" l="0" r="0" t="0"/>
          <a:stretch/>
        </p:blipFill>
        <p:spPr>
          <a:xfrm>
            <a:off x="6295017" y="4590710"/>
            <a:ext cx="1821578" cy="1755060"/>
          </a:xfrm>
          <a:prstGeom prst="rect">
            <a:avLst/>
          </a:prstGeom>
          <a:noFill/>
          <a:ln>
            <a:noFill/>
          </a:ln>
        </p:spPr>
      </p:pic>
      <p:pic>
        <p:nvPicPr>
          <p:cNvPr id="3502" name="Google Shape;3502;p60"/>
          <p:cNvPicPr preferRelativeResize="0"/>
          <p:nvPr/>
        </p:nvPicPr>
        <p:blipFill rotWithShape="1">
          <a:blip r:embed="rId5">
            <a:alphaModFix/>
          </a:blip>
          <a:srcRect b="0" l="0" r="0" t="0"/>
          <a:stretch/>
        </p:blipFill>
        <p:spPr>
          <a:xfrm>
            <a:off x="133598" y="1806199"/>
            <a:ext cx="2987299" cy="2523963"/>
          </a:xfrm>
          <a:prstGeom prst="rect">
            <a:avLst/>
          </a:prstGeom>
          <a:noFill/>
          <a:ln>
            <a:noFill/>
          </a:ln>
        </p:spPr>
      </p:pic>
      <p:pic>
        <p:nvPicPr>
          <p:cNvPr id="3503" name="Google Shape;3503;p60"/>
          <p:cNvPicPr preferRelativeResize="0"/>
          <p:nvPr/>
        </p:nvPicPr>
        <p:blipFill rotWithShape="1">
          <a:blip r:embed="rId6">
            <a:alphaModFix/>
          </a:blip>
          <a:srcRect b="0" l="0" r="0" t="0"/>
          <a:stretch/>
        </p:blipFill>
        <p:spPr>
          <a:xfrm>
            <a:off x="552789" y="4254661"/>
            <a:ext cx="2462997" cy="209110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7" name="Shape 3507"/>
        <p:cNvGrpSpPr/>
        <p:nvPr/>
      </p:nvGrpSpPr>
      <p:grpSpPr>
        <a:xfrm>
          <a:off x="0" y="0"/>
          <a:ext cx="0" cy="0"/>
          <a:chOff x="0" y="0"/>
          <a:chExt cx="0" cy="0"/>
        </a:xfrm>
      </p:grpSpPr>
      <p:sp>
        <p:nvSpPr>
          <p:cNvPr id="3508" name="Google Shape;3508;p61"/>
          <p:cNvSpPr txBox="1"/>
          <p:nvPr/>
        </p:nvSpPr>
        <p:spPr>
          <a:xfrm>
            <a:off x="9526" y="533400"/>
            <a:ext cx="8982074"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Prediction – Multi class Classification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C00000"/>
              </a:buClr>
              <a:buSzPts val="2000"/>
              <a:buFont typeface="Arial"/>
              <a:buNone/>
            </a:pPr>
            <a:r>
              <a:rPr b="1" i="0" lang="en-US" sz="2000" u="none" cap="none" strike="noStrike">
                <a:solidFill>
                  <a:srgbClr val="C00000"/>
                </a:solidFill>
                <a:latin typeface="Arial"/>
                <a:ea typeface="Arial"/>
                <a:cs typeface="Arial"/>
                <a:sym typeface="Arial"/>
              </a:rPr>
              <a:t>					One Vs All Strategy(one-vs-rest)</a:t>
            </a:r>
            <a:endParaRPr b="0" i="0" sz="1400" u="none" cap="none" strike="noStrike">
              <a:solidFill>
                <a:srgbClr val="000000"/>
              </a:solidFill>
              <a:latin typeface="Arial"/>
              <a:ea typeface="Arial"/>
              <a:cs typeface="Arial"/>
              <a:sym typeface="Arial"/>
            </a:endParaRPr>
          </a:p>
        </p:txBody>
      </p:sp>
      <p:sp>
        <p:nvSpPr>
          <p:cNvPr id="3509" name="Google Shape;3509;p61"/>
          <p:cNvSpPr txBox="1"/>
          <p:nvPr/>
        </p:nvSpPr>
        <p:spPr>
          <a:xfrm>
            <a:off x="321140" y="2991911"/>
            <a:ext cx="2746739" cy="2257670"/>
          </a:xfrm>
          <a:prstGeom prst="rect">
            <a:avLst/>
          </a:prstGeom>
          <a:noFill/>
          <a:ln>
            <a:noFill/>
          </a:ln>
        </p:spPr>
        <p:txBody>
          <a:bodyPr anchorCtr="0" anchor="t" bIns="34275" lIns="68575" spcFirstLastPara="1" rIns="68575" wrap="square" tIns="34275">
            <a:norm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3510" name="Google Shape;3510;p61"/>
          <p:cNvGrpSpPr/>
          <p:nvPr/>
        </p:nvGrpSpPr>
        <p:grpSpPr>
          <a:xfrm>
            <a:off x="293130" y="2611871"/>
            <a:ext cx="2033024" cy="1490826"/>
            <a:chOff x="601935" y="1690688"/>
            <a:chExt cx="3827152" cy="2873355"/>
          </a:xfrm>
        </p:grpSpPr>
        <p:cxnSp>
          <p:nvCxnSpPr>
            <p:cNvPr id="3511" name="Google Shape;3511;p61"/>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512" name="Google Shape;3512;p61"/>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513" name="Google Shape;3513;p61"/>
            <p:cNvSpPr/>
            <p:nvPr/>
          </p:nvSpPr>
          <p:spPr>
            <a:xfrm>
              <a:off x="601935" y="2299235"/>
              <a:ext cx="663920" cy="5764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14" name="Google Shape;3514;p61"/>
            <p:cNvSpPr/>
            <p:nvPr/>
          </p:nvSpPr>
          <p:spPr>
            <a:xfrm>
              <a:off x="2121088" y="3735762"/>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15" name="Google Shape;3515;p61"/>
            <p:cNvSpPr/>
            <p:nvPr/>
          </p:nvSpPr>
          <p:spPr>
            <a:xfrm>
              <a:off x="1482431" y="36011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16" name="Google Shape;3516;p61"/>
            <p:cNvSpPr/>
            <p:nvPr/>
          </p:nvSpPr>
          <p:spPr>
            <a:xfrm>
              <a:off x="2976829" y="208362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17" name="Google Shape;3517;p61"/>
            <p:cNvSpPr/>
            <p:nvPr/>
          </p:nvSpPr>
          <p:spPr>
            <a:xfrm>
              <a:off x="3413129" y="2772697"/>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18" name="Google Shape;3518;p61"/>
            <p:cNvSpPr/>
            <p:nvPr/>
          </p:nvSpPr>
          <p:spPr>
            <a:xfrm>
              <a:off x="3851775" y="275324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19" name="Google Shape;3519;p61"/>
            <p:cNvSpPr/>
            <p:nvPr/>
          </p:nvSpPr>
          <p:spPr>
            <a:xfrm>
              <a:off x="3552656" y="229923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20" name="Google Shape;3520;p61"/>
            <p:cNvSpPr/>
            <p:nvPr/>
          </p:nvSpPr>
          <p:spPr>
            <a:xfrm>
              <a:off x="1461181" y="292408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21" name="Google Shape;3521;p61"/>
            <p:cNvSpPr/>
            <p:nvPr/>
          </p:nvSpPr>
          <p:spPr>
            <a:xfrm>
              <a:off x="1872690" y="3192781"/>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22" name="Google Shape;3522;p61"/>
            <p:cNvSpPr/>
            <p:nvPr/>
          </p:nvSpPr>
          <p:spPr>
            <a:xfrm>
              <a:off x="2498487" y="328045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23" name="Google Shape;3523;p61"/>
            <p:cNvSpPr/>
            <p:nvPr/>
          </p:nvSpPr>
          <p:spPr>
            <a:xfrm>
              <a:off x="2833741" y="2495394"/>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24" name="Google Shape;3524;p61"/>
            <p:cNvSpPr/>
            <p:nvPr/>
          </p:nvSpPr>
          <p:spPr>
            <a:xfrm>
              <a:off x="3710779" y="3355633"/>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25" name="Google Shape;3525;p61"/>
            <p:cNvSpPr/>
            <p:nvPr/>
          </p:nvSpPr>
          <p:spPr>
            <a:xfrm>
              <a:off x="2043434" y="28472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26" name="Google Shape;3526;p61"/>
            <p:cNvSpPr/>
            <p:nvPr/>
          </p:nvSpPr>
          <p:spPr>
            <a:xfrm>
              <a:off x="3113024" y="3987566"/>
              <a:ext cx="473436" cy="576477"/>
            </a:xfrm>
            <a:prstGeom prst="rect">
              <a:avLst/>
            </a:prstGeom>
            <a:blipFill rotWithShape="1">
              <a:blip r:embed="rId4">
                <a:alphaModFix/>
              </a:blip>
              <a:stretch>
                <a:fillRect b="0" l="0" r="-389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27" name="Google Shape;3527;p61"/>
            <p:cNvSpPr/>
            <p:nvPr/>
          </p:nvSpPr>
          <p:spPr>
            <a:xfrm>
              <a:off x="1482431" y="1854502"/>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28" name="Google Shape;3528;p61"/>
            <p:cNvSpPr/>
            <p:nvPr/>
          </p:nvSpPr>
          <p:spPr>
            <a:xfrm>
              <a:off x="1883315" y="1690688"/>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29" name="Google Shape;3529;p61"/>
            <p:cNvSpPr/>
            <p:nvPr/>
          </p:nvSpPr>
          <p:spPr>
            <a:xfrm>
              <a:off x="2248830" y="1848099"/>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30" name="Google Shape;3530;p61"/>
            <p:cNvSpPr/>
            <p:nvPr/>
          </p:nvSpPr>
          <p:spPr>
            <a:xfrm>
              <a:off x="1702324" y="2207577"/>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grpSp>
      <p:grpSp>
        <p:nvGrpSpPr>
          <p:cNvPr id="3531" name="Google Shape;3531;p61"/>
          <p:cNvGrpSpPr/>
          <p:nvPr/>
        </p:nvGrpSpPr>
        <p:grpSpPr>
          <a:xfrm>
            <a:off x="444734" y="4401176"/>
            <a:ext cx="2207002" cy="629613"/>
            <a:chOff x="968477" y="4808824"/>
            <a:chExt cx="3652950" cy="1213489"/>
          </a:xfrm>
        </p:grpSpPr>
        <p:sp>
          <p:nvSpPr>
            <p:cNvPr id="3532" name="Google Shape;3532;p61"/>
            <p:cNvSpPr/>
            <p:nvPr/>
          </p:nvSpPr>
          <p:spPr>
            <a:xfrm>
              <a:off x="2267041" y="4906255"/>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33" name="Google Shape;3533;p61"/>
            <p:cNvSpPr/>
            <p:nvPr/>
          </p:nvSpPr>
          <p:spPr>
            <a:xfrm>
              <a:off x="2238204" y="5764462"/>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34" name="Google Shape;3534;p61"/>
            <p:cNvSpPr/>
            <p:nvPr/>
          </p:nvSpPr>
          <p:spPr>
            <a:xfrm>
              <a:off x="2259454" y="5388144"/>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35" name="Google Shape;3535;p61"/>
            <p:cNvSpPr/>
            <p:nvPr/>
          </p:nvSpPr>
          <p:spPr>
            <a:xfrm>
              <a:off x="968477" y="4808824"/>
              <a:ext cx="3652950" cy="9848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Class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Class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Class 3: </a:t>
              </a:r>
              <a:endParaRPr b="0" i="0" sz="1400" u="none" cap="none" strike="noStrike">
                <a:solidFill>
                  <a:srgbClr val="000000"/>
                </a:solidFill>
                <a:latin typeface="Arial"/>
                <a:ea typeface="Arial"/>
                <a:cs typeface="Arial"/>
                <a:sym typeface="Arial"/>
              </a:endParaRPr>
            </a:p>
          </p:txBody>
        </p:sp>
      </p:grpSp>
      <p:sp>
        <p:nvSpPr>
          <p:cNvPr id="3536" name="Google Shape;3536;p61"/>
          <p:cNvSpPr/>
          <p:nvPr/>
        </p:nvSpPr>
        <p:spPr>
          <a:xfrm>
            <a:off x="276077" y="5385873"/>
            <a:ext cx="3492071" cy="364972"/>
          </a:xfrm>
          <a:prstGeom prst="rect">
            <a:avLst/>
          </a:prstGeom>
          <a:blipFill rotWithShape="1">
            <a:blip r:embed="rId5">
              <a:alphaModFix/>
            </a:blip>
            <a:stretch>
              <a:fillRect b="-508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grpSp>
        <p:nvGrpSpPr>
          <p:cNvPr id="3537" name="Google Shape;3537;p61"/>
          <p:cNvGrpSpPr/>
          <p:nvPr/>
        </p:nvGrpSpPr>
        <p:grpSpPr>
          <a:xfrm>
            <a:off x="6091699" y="1447800"/>
            <a:ext cx="1828800" cy="1030494"/>
            <a:chOff x="523996" y="1690688"/>
            <a:chExt cx="4384117" cy="2673566"/>
          </a:xfrm>
        </p:grpSpPr>
        <p:cxnSp>
          <p:nvCxnSpPr>
            <p:cNvPr id="3538" name="Google Shape;3538;p61"/>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539" name="Google Shape;3539;p61"/>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540" name="Google Shape;3540;p61"/>
            <p:cNvSpPr/>
            <p:nvPr/>
          </p:nvSpPr>
          <p:spPr>
            <a:xfrm>
              <a:off x="523996" y="2315675"/>
              <a:ext cx="868308" cy="787176"/>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41" name="Google Shape;3541;p61"/>
            <p:cNvSpPr/>
            <p:nvPr/>
          </p:nvSpPr>
          <p:spPr>
            <a:xfrm>
              <a:off x="2121088" y="3735762"/>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42" name="Google Shape;3542;p61"/>
            <p:cNvSpPr/>
            <p:nvPr/>
          </p:nvSpPr>
          <p:spPr>
            <a:xfrm>
              <a:off x="1482431" y="36011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43" name="Google Shape;3543;p61"/>
            <p:cNvSpPr/>
            <p:nvPr/>
          </p:nvSpPr>
          <p:spPr>
            <a:xfrm>
              <a:off x="2976829" y="2083625"/>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44" name="Google Shape;3544;p61"/>
            <p:cNvSpPr/>
            <p:nvPr/>
          </p:nvSpPr>
          <p:spPr>
            <a:xfrm>
              <a:off x="3413129" y="2772697"/>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45" name="Google Shape;3545;p61"/>
            <p:cNvSpPr/>
            <p:nvPr/>
          </p:nvSpPr>
          <p:spPr>
            <a:xfrm>
              <a:off x="3851775" y="2753245"/>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46" name="Google Shape;3546;p61"/>
            <p:cNvSpPr/>
            <p:nvPr/>
          </p:nvSpPr>
          <p:spPr>
            <a:xfrm>
              <a:off x="3552656" y="2299235"/>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47" name="Google Shape;3547;p61"/>
            <p:cNvSpPr/>
            <p:nvPr/>
          </p:nvSpPr>
          <p:spPr>
            <a:xfrm>
              <a:off x="1461181" y="292408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48" name="Google Shape;3548;p61"/>
            <p:cNvSpPr/>
            <p:nvPr/>
          </p:nvSpPr>
          <p:spPr>
            <a:xfrm>
              <a:off x="1872690" y="3192781"/>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49" name="Google Shape;3549;p61"/>
            <p:cNvSpPr/>
            <p:nvPr/>
          </p:nvSpPr>
          <p:spPr>
            <a:xfrm>
              <a:off x="2498487" y="328045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50" name="Google Shape;3550;p61"/>
            <p:cNvSpPr/>
            <p:nvPr/>
          </p:nvSpPr>
          <p:spPr>
            <a:xfrm>
              <a:off x="2833741" y="2495394"/>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51" name="Google Shape;3551;p61"/>
            <p:cNvSpPr/>
            <p:nvPr/>
          </p:nvSpPr>
          <p:spPr>
            <a:xfrm>
              <a:off x="3710779" y="335563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52" name="Google Shape;3552;p61"/>
            <p:cNvSpPr/>
            <p:nvPr/>
          </p:nvSpPr>
          <p:spPr>
            <a:xfrm>
              <a:off x="2043434" y="28472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53" name="Google Shape;3553;p61"/>
            <p:cNvSpPr/>
            <p:nvPr/>
          </p:nvSpPr>
          <p:spPr>
            <a:xfrm>
              <a:off x="4434676" y="3569675"/>
              <a:ext cx="473437" cy="787176"/>
            </a:xfrm>
            <a:prstGeom prst="rect">
              <a:avLst/>
            </a:prstGeom>
            <a:blipFill rotWithShape="1">
              <a:blip r:embed="rId7">
                <a:alphaModFix/>
              </a:blip>
              <a:stretch>
                <a:fillRect b="0" l="0" r="-1966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54" name="Google Shape;3554;p61"/>
            <p:cNvSpPr/>
            <p:nvPr/>
          </p:nvSpPr>
          <p:spPr>
            <a:xfrm>
              <a:off x="1482431" y="1854502"/>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55" name="Google Shape;3555;p61"/>
            <p:cNvSpPr/>
            <p:nvPr/>
          </p:nvSpPr>
          <p:spPr>
            <a:xfrm>
              <a:off x="1883315" y="1690688"/>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56" name="Google Shape;3556;p61"/>
            <p:cNvSpPr/>
            <p:nvPr/>
          </p:nvSpPr>
          <p:spPr>
            <a:xfrm>
              <a:off x="2248830" y="1848099"/>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57" name="Google Shape;3557;p61"/>
            <p:cNvSpPr/>
            <p:nvPr/>
          </p:nvSpPr>
          <p:spPr>
            <a:xfrm>
              <a:off x="1702324" y="2207577"/>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grpSp>
      <p:grpSp>
        <p:nvGrpSpPr>
          <p:cNvPr id="3558" name="Google Shape;3558;p61"/>
          <p:cNvGrpSpPr/>
          <p:nvPr/>
        </p:nvGrpSpPr>
        <p:grpSpPr>
          <a:xfrm>
            <a:off x="6081912" y="3097311"/>
            <a:ext cx="1835759" cy="1039171"/>
            <a:chOff x="522273" y="1690688"/>
            <a:chExt cx="4400799" cy="2696078"/>
          </a:xfrm>
        </p:grpSpPr>
        <p:cxnSp>
          <p:nvCxnSpPr>
            <p:cNvPr id="3559" name="Google Shape;3559;p61"/>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560" name="Google Shape;3560;p61"/>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561" name="Google Shape;3561;p61"/>
            <p:cNvSpPr/>
            <p:nvPr/>
          </p:nvSpPr>
          <p:spPr>
            <a:xfrm>
              <a:off x="522273" y="2265833"/>
              <a:ext cx="868308" cy="787176"/>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62" name="Google Shape;3562;p61"/>
            <p:cNvSpPr/>
            <p:nvPr/>
          </p:nvSpPr>
          <p:spPr>
            <a:xfrm>
              <a:off x="2121088" y="3735762"/>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63" name="Google Shape;3563;p61"/>
            <p:cNvSpPr/>
            <p:nvPr/>
          </p:nvSpPr>
          <p:spPr>
            <a:xfrm>
              <a:off x="1482431" y="360111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64" name="Google Shape;3564;p61"/>
            <p:cNvSpPr/>
            <p:nvPr/>
          </p:nvSpPr>
          <p:spPr>
            <a:xfrm>
              <a:off x="2976829" y="2083625"/>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65" name="Google Shape;3565;p61"/>
            <p:cNvSpPr/>
            <p:nvPr/>
          </p:nvSpPr>
          <p:spPr>
            <a:xfrm>
              <a:off x="3413129" y="2772697"/>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66" name="Google Shape;3566;p61"/>
            <p:cNvSpPr/>
            <p:nvPr/>
          </p:nvSpPr>
          <p:spPr>
            <a:xfrm>
              <a:off x="3851775" y="2753245"/>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67" name="Google Shape;3567;p61"/>
            <p:cNvSpPr/>
            <p:nvPr/>
          </p:nvSpPr>
          <p:spPr>
            <a:xfrm>
              <a:off x="3552656" y="2299235"/>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68" name="Google Shape;3568;p61"/>
            <p:cNvSpPr/>
            <p:nvPr/>
          </p:nvSpPr>
          <p:spPr>
            <a:xfrm>
              <a:off x="1461181" y="292408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69" name="Google Shape;3569;p61"/>
            <p:cNvSpPr/>
            <p:nvPr/>
          </p:nvSpPr>
          <p:spPr>
            <a:xfrm>
              <a:off x="1872690" y="3192781"/>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70" name="Google Shape;3570;p61"/>
            <p:cNvSpPr/>
            <p:nvPr/>
          </p:nvSpPr>
          <p:spPr>
            <a:xfrm>
              <a:off x="2498487" y="328045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71" name="Google Shape;3571;p61"/>
            <p:cNvSpPr/>
            <p:nvPr/>
          </p:nvSpPr>
          <p:spPr>
            <a:xfrm>
              <a:off x="2833741" y="2495394"/>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72" name="Google Shape;3572;p61"/>
            <p:cNvSpPr/>
            <p:nvPr/>
          </p:nvSpPr>
          <p:spPr>
            <a:xfrm>
              <a:off x="3710779" y="335563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73" name="Google Shape;3573;p61"/>
            <p:cNvSpPr/>
            <p:nvPr/>
          </p:nvSpPr>
          <p:spPr>
            <a:xfrm>
              <a:off x="2043434" y="284721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74" name="Google Shape;3574;p61"/>
            <p:cNvSpPr/>
            <p:nvPr/>
          </p:nvSpPr>
          <p:spPr>
            <a:xfrm>
              <a:off x="4449635" y="3599590"/>
              <a:ext cx="473437" cy="787176"/>
            </a:xfrm>
            <a:prstGeom prst="rect">
              <a:avLst/>
            </a:prstGeom>
            <a:blipFill rotWithShape="1">
              <a:blip r:embed="rId9">
                <a:alphaModFix/>
              </a:blip>
              <a:stretch>
                <a:fillRect b="0" l="0" r="-1966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75" name="Google Shape;3575;p61"/>
            <p:cNvSpPr/>
            <p:nvPr/>
          </p:nvSpPr>
          <p:spPr>
            <a:xfrm>
              <a:off x="1482431" y="1854502"/>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76" name="Google Shape;3576;p61"/>
            <p:cNvSpPr/>
            <p:nvPr/>
          </p:nvSpPr>
          <p:spPr>
            <a:xfrm>
              <a:off x="1883315" y="1690688"/>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77" name="Google Shape;3577;p61"/>
            <p:cNvSpPr/>
            <p:nvPr/>
          </p:nvSpPr>
          <p:spPr>
            <a:xfrm>
              <a:off x="2248830" y="1848099"/>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578" name="Google Shape;3578;p61"/>
            <p:cNvSpPr/>
            <p:nvPr/>
          </p:nvSpPr>
          <p:spPr>
            <a:xfrm>
              <a:off x="1702324" y="2207577"/>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grpSp>
      <p:grpSp>
        <p:nvGrpSpPr>
          <p:cNvPr id="3579" name="Google Shape;3579;p61"/>
          <p:cNvGrpSpPr/>
          <p:nvPr/>
        </p:nvGrpSpPr>
        <p:grpSpPr>
          <a:xfrm>
            <a:off x="6141524" y="4685359"/>
            <a:ext cx="1783276" cy="1030494"/>
            <a:chOff x="601935" y="1690688"/>
            <a:chExt cx="4274985" cy="2673566"/>
          </a:xfrm>
        </p:grpSpPr>
        <p:cxnSp>
          <p:nvCxnSpPr>
            <p:cNvPr id="3580" name="Google Shape;3580;p61"/>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581" name="Google Shape;3581;p61"/>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582" name="Google Shape;3582;p61"/>
            <p:cNvSpPr/>
            <p:nvPr/>
          </p:nvSpPr>
          <p:spPr>
            <a:xfrm>
              <a:off x="601935" y="2299234"/>
              <a:ext cx="868308" cy="787176"/>
            </a:xfrm>
            <a:prstGeom prst="rect">
              <a:avLst/>
            </a:pr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83" name="Google Shape;3583;p61"/>
            <p:cNvSpPr/>
            <p:nvPr/>
          </p:nvSpPr>
          <p:spPr>
            <a:xfrm>
              <a:off x="2121088" y="3735762"/>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84" name="Google Shape;3584;p61"/>
            <p:cNvSpPr/>
            <p:nvPr/>
          </p:nvSpPr>
          <p:spPr>
            <a:xfrm>
              <a:off x="1482431" y="360111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85" name="Google Shape;3585;p61"/>
            <p:cNvSpPr/>
            <p:nvPr/>
          </p:nvSpPr>
          <p:spPr>
            <a:xfrm>
              <a:off x="2976829" y="208362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86" name="Google Shape;3586;p61"/>
            <p:cNvSpPr/>
            <p:nvPr/>
          </p:nvSpPr>
          <p:spPr>
            <a:xfrm>
              <a:off x="3413129" y="2772697"/>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87" name="Google Shape;3587;p61"/>
            <p:cNvSpPr/>
            <p:nvPr/>
          </p:nvSpPr>
          <p:spPr>
            <a:xfrm>
              <a:off x="3851775" y="275324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88" name="Google Shape;3588;p61"/>
            <p:cNvSpPr/>
            <p:nvPr/>
          </p:nvSpPr>
          <p:spPr>
            <a:xfrm>
              <a:off x="3552656" y="229923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89" name="Google Shape;3589;p61"/>
            <p:cNvSpPr/>
            <p:nvPr/>
          </p:nvSpPr>
          <p:spPr>
            <a:xfrm>
              <a:off x="1461181" y="292408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90" name="Google Shape;3590;p61"/>
            <p:cNvSpPr/>
            <p:nvPr/>
          </p:nvSpPr>
          <p:spPr>
            <a:xfrm>
              <a:off x="1872690" y="3192781"/>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91" name="Google Shape;3591;p61"/>
            <p:cNvSpPr/>
            <p:nvPr/>
          </p:nvSpPr>
          <p:spPr>
            <a:xfrm>
              <a:off x="2498487" y="328045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92" name="Google Shape;3592;p61"/>
            <p:cNvSpPr/>
            <p:nvPr/>
          </p:nvSpPr>
          <p:spPr>
            <a:xfrm>
              <a:off x="2833741" y="2495394"/>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93" name="Google Shape;3593;p61"/>
            <p:cNvSpPr/>
            <p:nvPr/>
          </p:nvSpPr>
          <p:spPr>
            <a:xfrm>
              <a:off x="3710779" y="3355633"/>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594" name="Google Shape;3594;p61"/>
            <p:cNvSpPr/>
            <p:nvPr/>
          </p:nvSpPr>
          <p:spPr>
            <a:xfrm>
              <a:off x="2043434" y="2847213"/>
              <a:ext cx="291907" cy="257851"/>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95" name="Google Shape;3595;p61"/>
            <p:cNvSpPr/>
            <p:nvPr/>
          </p:nvSpPr>
          <p:spPr>
            <a:xfrm>
              <a:off x="4403483" y="3577077"/>
              <a:ext cx="473437" cy="787176"/>
            </a:xfrm>
            <a:prstGeom prst="rect">
              <a:avLst/>
            </a:prstGeom>
            <a:blipFill rotWithShape="1">
              <a:blip r:embed="rId11">
                <a:alphaModFix/>
              </a:blip>
              <a:stretch>
                <a:fillRect b="0" l="0" r="-1966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96" name="Google Shape;3596;p61"/>
            <p:cNvSpPr/>
            <p:nvPr/>
          </p:nvSpPr>
          <p:spPr>
            <a:xfrm>
              <a:off x="1482431" y="1854502"/>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97" name="Google Shape;3597;p61"/>
            <p:cNvSpPr/>
            <p:nvPr/>
          </p:nvSpPr>
          <p:spPr>
            <a:xfrm>
              <a:off x="1883315" y="1690688"/>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98" name="Google Shape;3598;p61"/>
            <p:cNvSpPr/>
            <p:nvPr/>
          </p:nvSpPr>
          <p:spPr>
            <a:xfrm>
              <a:off x="2248830" y="1848099"/>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sp>
          <p:nvSpPr>
            <p:cNvPr id="3599" name="Google Shape;3599;p61"/>
            <p:cNvSpPr/>
            <p:nvPr/>
          </p:nvSpPr>
          <p:spPr>
            <a:xfrm>
              <a:off x="1702324" y="2207577"/>
              <a:ext cx="270657" cy="27065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Calibri"/>
                <a:ea typeface="Calibri"/>
                <a:cs typeface="Calibri"/>
                <a:sym typeface="Calibri"/>
              </a:endParaRPr>
            </a:p>
          </p:txBody>
        </p:sp>
      </p:grpSp>
      <p:cxnSp>
        <p:nvCxnSpPr>
          <p:cNvPr id="3600" name="Google Shape;3600;p61"/>
          <p:cNvCxnSpPr>
            <a:stCxn id="3509" idx="3"/>
          </p:cNvCxnSpPr>
          <p:nvPr/>
        </p:nvCxnSpPr>
        <p:spPr>
          <a:xfrm flipH="1" rot="10800000">
            <a:off x="3067879" y="1916346"/>
            <a:ext cx="2822700" cy="2204400"/>
          </a:xfrm>
          <a:prstGeom prst="straightConnector1">
            <a:avLst/>
          </a:prstGeom>
          <a:noFill/>
          <a:ln cap="flat" cmpd="sng" w="38100">
            <a:solidFill>
              <a:schemeClr val="dk1"/>
            </a:solidFill>
            <a:prstDash val="solid"/>
            <a:round/>
            <a:headEnd len="sm" w="sm" type="none"/>
            <a:tailEnd len="med" w="med" type="triangle"/>
          </a:ln>
        </p:spPr>
      </p:cxnSp>
      <p:cxnSp>
        <p:nvCxnSpPr>
          <p:cNvPr id="3601" name="Google Shape;3601;p61"/>
          <p:cNvCxnSpPr>
            <a:stCxn id="3509" idx="3"/>
          </p:cNvCxnSpPr>
          <p:nvPr/>
        </p:nvCxnSpPr>
        <p:spPr>
          <a:xfrm flipH="1" rot="10800000">
            <a:off x="3067879" y="3544446"/>
            <a:ext cx="2916900" cy="576300"/>
          </a:xfrm>
          <a:prstGeom prst="straightConnector1">
            <a:avLst/>
          </a:prstGeom>
          <a:noFill/>
          <a:ln cap="flat" cmpd="sng" w="38100">
            <a:solidFill>
              <a:schemeClr val="dk1"/>
            </a:solidFill>
            <a:prstDash val="solid"/>
            <a:round/>
            <a:headEnd len="sm" w="sm" type="none"/>
            <a:tailEnd len="med" w="med" type="triangle"/>
          </a:ln>
        </p:spPr>
      </p:cxnSp>
      <p:cxnSp>
        <p:nvCxnSpPr>
          <p:cNvPr id="3602" name="Google Shape;3602;p61"/>
          <p:cNvCxnSpPr>
            <a:stCxn id="3509" idx="3"/>
          </p:cNvCxnSpPr>
          <p:nvPr/>
        </p:nvCxnSpPr>
        <p:spPr>
          <a:xfrm>
            <a:off x="3067879" y="4120746"/>
            <a:ext cx="2831700" cy="948600"/>
          </a:xfrm>
          <a:prstGeom prst="straightConnector1">
            <a:avLst/>
          </a:prstGeom>
          <a:noFill/>
          <a:ln cap="flat" cmpd="sng" w="38100">
            <a:solidFill>
              <a:schemeClr val="dk1"/>
            </a:solidFill>
            <a:prstDash val="solid"/>
            <a:round/>
            <a:headEnd len="sm" w="sm" type="none"/>
            <a:tailEnd len="med" w="med" type="triangle"/>
          </a:ln>
        </p:spPr>
      </p:cxnSp>
      <p:sp>
        <p:nvSpPr>
          <p:cNvPr id="3603" name="Google Shape;3603;p61"/>
          <p:cNvSpPr/>
          <p:nvPr/>
        </p:nvSpPr>
        <p:spPr>
          <a:xfrm>
            <a:off x="4837622" y="1890647"/>
            <a:ext cx="556289" cy="364972"/>
          </a:xfrm>
          <a:prstGeom prst="rect">
            <a:avLst/>
          </a:prstGeom>
          <a:blipFill rotWithShape="1">
            <a:blip r:embed="rId12">
              <a:alphaModFix/>
            </a:blip>
            <a:stretch>
              <a:fillRect b="-1664" l="0" r="-1098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04" name="Google Shape;3604;p61"/>
          <p:cNvSpPr/>
          <p:nvPr/>
        </p:nvSpPr>
        <p:spPr>
          <a:xfrm>
            <a:off x="5013933" y="3271113"/>
            <a:ext cx="556289" cy="364972"/>
          </a:xfrm>
          <a:prstGeom prst="rect">
            <a:avLst/>
          </a:prstGeom>
          <a:blipFill rotWithShape="1">
            <a:blip r:embed="rId13">
              <a:alphaModFix/>
            </a:blip>
            <a:stretch>
              <a:fillRect b="-1692" l="0" r="-978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05" name="Google Shape;3605;p61"/>
          <p:cNvSpPr/>
          <p:nvPr/>
        </p:nvSpPr>
        <p:spPr>
          <a:xfrm>
            <a:off x="4682227" y="4763241"/>
            <a:ext cx="556289" cy="364972"/>
          </a:xfrm>
          <a:prstGeom prst="rect">
            <a:avLst/>
          </a:prstGeom>
          <a:blipFill rotWithShape="1">
            <a:blip r:embed="rId14">
              <a:alphaModFix/>
            </a:blip>
            <a:stretch>
              <a:fillRect b="-1664" l="0" r="-1098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06" name="Google Shape;3606;p61"/>
          <p:cNvSpPr/>
          <p:nvPr/>
        </p:nvSpPr>
        <p:spPr>
          <a:xfrm>
            <a:off x="496076" y="5831190"/>
            <a:ext cx="3067763" cy="454676"/>
          </a:xfrm>
          <a:prstGeom prst="rect">
            <a:avLst/>
          </a:prstGeom>
          <a:blipFill rotWithShape="1">
            <a:blip r:embed="rId15">
              <a:alphaModFix/>
            </a:blip>
            <a:stretch>
              <a:fillRect b="-5402"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07" name="Google Shape;3607;p61"/>
          <p:cNvSpPr/>
          <p:nvPr/>
        </p:nvSpPr>
        <p:spPr>
          <a:xfrm>
            <a:off x="4151585" y="5714602"/>
            <a:ext cx="4572000" cy="5770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Tahoma"/>
              <a:buNone/>
            </a:pPr>
            <a:r>
              <a:rPr b="1" i="0" lang="en-US" sz="1050" u="none" cap="none" strike="noStrike">
                <a:solidFill>
                  <a:srgbClr val="000000"/>
                </a:solidFill>
                <a:latin typeface="Tahoma"/>
                <a:ea typeface="Tahoma"/>
                <a:cs typeface="Tahoma"/>
                <a:sym typeface="Tahoma"/>
              </a:rPr>
              <a:t>Note: </a:t>
            </a:r>
            <a:r>
              <a:rPr b="0" i="0" lang="en-US" sz="1050" u="none" cap="none" strike="noStrike">
                <a:solidFill>
                  <a:srgbClr val="000000"/>
                </a:solidFill>
                <a:latin typeface="Tahoma"/>
                <a:ea typeface="Tahoma"/>
                <a:cs typeface="Tahoma"/>
                <a:sym typeface="Tahoma"/>
              </a:rPr>
              <a:t>Scikit-Learn detects when you try to use a binary classification algorithm for a multi‐class classification task, and it automatically runs OvA (except for SVM classifiers for which it uses OvO)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1" name="Shape 3611"/>
        <p:cNvGrpSpPr/>
        <p:nvPr/>
      </p:nvGrpSpPr>
      <p:grpSpPr>
        <a:xfrm>
          <a:off x="0" y="0"/>
          <a:ext cx="0" cy="0"/>
          <a:chOff x="0" y="0"/>
          <a:chExt cx="0" cy="0"/>
        </a:xfrm>
      </p:grpSpPr>
      <p:sp>
        <p:nvSpPr>
          <p:cNvPr id="3612" name="Google Shape;3612;p62"/>
          <p:cNvSpPr txBox="1"/>
          <p:nvPr/>
        </p:nvSpPr>
        <p:spPr>
          <a:xfrm>
            <a:off x="9526" y="533400"/>
            <a:ext cx="8220074"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Prediction – Multi class Classification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C00000"/>
              </a:buClr>
              <a:buSzPts val="2000"/>
              <a:buFont typeface="Arial"/>
              <a:buNone/>
            </a:pPr>
            <a:r>
              <a:rPr b="1" i="0" lang="en-US" sz="2000" u="none" cap="none" strike="noStrike">
                <a:solidFill>
                  <a:srgbClr val="C00000"/>
                </a:solidFill>
                <a:latin typeface="Arial"/>
                <a:ea typeface="Arial"/>
                <a:cs typeface="Arial"/>
                <a:sym typeface="Arial"/>
              </a:rPr>
              <a:t>					One Vs One Strategy</a:t>
            </a:r>
            <a:endParaRPr b="1" i="0" sz="2000" u="none" cap="none" strike="noStrike">
              <a:solidFill>
                <a:srgbClr val="C00000"/>
              </a:solidFill>
              <a:latin typeface="Arial"/>
              <a:ea typeface="Arial"/>
              <a:cs typeface="Arial"/>
              <a:sym typeface="Arial"/>
            </a:endParaRPr>
          </a:p>
        </p:txBody>
      </p:sp>
      <p:sp>
        <p:nvSpPr>
          <p:cNvPr id="3613" name="Google Shape;3613;p62"/>
          <p:cNvSpPr txBox="1"/>
          <p:nvPr/>
        </p:nvSpPr>
        <p:spPr>
          <a:xfrm>
            <a:off x="321140" y="2991911"/>
            <a:ext cx="2746739" cy="2257670"/>
          </a:xfrm>
          <a:prstGeom prst="rect">
            <a:avLst/>
          </a:prstGeom>
          <a:noFill/>
          <a:ln>
            <a:noFill/>
          </a:ln>
        </p:spPr>
        <p:txBody>
          <a:bodyPr anchorCtr="0" anchor="t" bIns="34275" lIns="68575" spcFirstLastPara="1" rIns="68575" wrap="square" tIns="34275">
            <a:norm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3614" name="Google Shape;3614;p62"/>
          <p:cNvGrpSpPr/>
          <p:nvPr/>
        </p:nvGrpSpPr>
        <p:grpSpPr>
          <a:xfrm>
            <a:off x="293130" y="2611871"/>
            <a:ext cx="2033024" cy="1490826"/>
            <a:chOff x="601935" y="1690688"/>
            <a:chExt cx="3827152" cy="2873355"/>
          </a:xfrm>
        </p:grpSpPr>
        <p:cxnSp>
          <p:nvCxnSpPr>
            <p:cNvPr id="3615" name="Google Shape;3615;p62"/>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616" name="Google Shape;3616;p62"/>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617" name="Google Shape;3617;p62"/>
            <p:cNvSpPr/>
            <p:nvPr/>
          </p:nvSpPr>
          <p:spPr>
            <a:xfrm>
              <a:off x="601935" y="2299235"/>
              <a:ext cx="663920" cy="5764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18" name="Google Shape;3618;p62"/>
            <p:cNvSpPr/>
            <p:nvPr/>
          </p:nvSpPr>
          <p:spPr>
            <a:xfrm>
              <a:off x="2121088" y="3735762"/>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19" name="Google Shape;3619;p62"/>
            <p:cNvSpPr/>
            <p:nvPr/>
          </p:nvSpPr>
          <p:spPr>
            <a:xfrm>
              <a:off x="1482431" y="36011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20" name="Google Shape;3620;p62"/>
            <p:cNvSpPr/>
            <p:nvPr/>
          </p:nvSpPr>
          <p:spPr>
            <a:xfrm>
              <a:off x="2976829" y="208362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21" name="Google Shape;3621;p62"/>
            <p:cNvSpPr/>
            <p:nvPr/>
          </p:nvSpPr>
          <p:spPr>
            <a:xfrm>
              <a:off x="3413129" y="2772697"/>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22" name="Google Shape;3622;p62"/>
            <p:cNvSpPr/>
            <p:nvPr/>
          </p:nvSpPr>
          <p:spPr>
            <a:xfrm>
              <a:off x="3851775" y="275324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23" name="Google Shape;3623;p62"/>
            <p:cNvSpPr/>
            <p:nvPr/>
          </p:nvSpPr>
          <p:spPr>
            <a:xfrm>
              <a:off x="3552656" y="229923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24" name="Google Shape;3624;p62"/>
            <p:cNvSpPr/>
            <p:nvPr/>
          </p:nvSpPr>
          <p:spPr>
            <a:xfrm>
              <a:off x="1461181" y="292408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25" name="Google Shape;3625;p62"/>
            <p:cNvSpPr/>
            <p:nvPr/>
          </p:nvSpPr>
          <p:spPr>
            <a:xfrm>
              <a:off x="1872690" y="3192781"/>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26" name="Google Shape;3626;p62"/>
            <p:cNvSpPr/>
            <p:nvPr/>
          </p:nvSpPr>
          <p:spPr>
            <a:xfrm>
              <a:off x="2498487" y="328045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27" name="Google Shape;3627;p62"/>
            <p:cNvSpPr/>
            <p:nvPr/>
          </p:nvSpPr>
          <p:spPr>
            <a:xfrm>
              <a:off x="2833741" y="2495394"/>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28" name="Google Shape;3628;p62"/>
            <p:cNvSpPr/>
            <p:nvPr/>
          </p:nvSpPr>
          <p:spPr>
            <a:xfrm>
              <a:off x="3710779" y="3355633"/>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29" name="Google Shape;3629;p62"/>
            <p:cNvSpPr/>
            <p:nvPr/>
          </p:nvSpPr>
          <p:spPr>
            <a:xfrm>
              <a:off x="2043434" y="28472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30" name="Google Shape;3630;p62"/>
            <p:cNvSpPr/>
            <p:nvPr/>
          </p:nvSpPr>
          <p:spPr>
            <a:xfrm>
              <a:off x="3113024" y="3987566"/>
              <a:ext cx="473436" cy="576477"/>
            </a:xfrm>
            <a:prstGeom prst="rect">
              <a:avLst/>
            </a:prstGeom>
            <a:blipFill rotWithShape="1">
              <a:blip r:embed="rId4">
                <a:alphaModFix/>
              </a:blip>
              <a:stretch>
                <a:fillRect b="0" l="0" r="-389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31" name="Google Shape;3631;p62"/>
            <p:cNvSpPr/>
            <p:nvPr/>
          </p:nvSpPr>
          <p:spPr>
            <a:xfrm>
              <a:off x="1482431" y="1854502"/>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32" name="Google Shape;3632;p62"/>
            <p:cNvSpPr/>
            <p:nvPr/>
          </p:nvSpPr>
          <p:spPr>
            <a:xfrm>
              <a:off x="1883315" y="1690688"/>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33" name="Google Shape;3633;p62"/>
            <p:cNvSpPr/>
            <p:nvPr/>
          </p:nvSpPr>
          <p:spPr>
            <a:xfrm>
              <a:off x="2248830" y="1848099"/>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34" name="Google Shape;3634;p62"/>
            <p:cNvSpPr/>
            <p:nvPr/>
          </p:nvSpPr>
          <p:spPr>
            <a:xfrm>
              <a:off x="1702324" y="2207577"/>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grpSp>
      <p:grpSp>
        <p:nvGrpSpPr>
          <p:cNvPr id="3635" name="Google Shape;3635;p62"/>
          <p:cNvGrpSpPr/>
          <p:nvPr/>
        </p:nvGrpSpPr>
        <p:grpSpPr>
          <a:xfrm>
            <a:off x="444734" y="4401176"/>
            <a:ext cx="2207002" cy="629613"/>
            <a:chOff x="968477" y="4808824"/>
            <a:chExt cx="3652950" cy="1213489"/>
          </a:xfrm>
        </p:grpSpPr>
        <p:sp>
          <p:nvSpPr>
            <p:cNvPr id="3636" name="Google Shape;3636;p62"/>
            <p:cNvSpPr/>
            <p:nvPr/>
          </p:nvSpPr>
          <p:spPr>
            <a:xfrm>
              <a:off x="2267041" y="4906255"/>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37" name="Google Shape;3637;p62"/>
            <p:cNvSpPr/>
            <p:nvPr/>
          </p:nvSpPr>
          <p:spPr>
            <a:xfrm>
              <a:off x="2238204" y="5764462"/>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38" name="Google Shape;3638;p62"/>
            <p:cNvSpPr/>
            <p:nvPr/>
          </p:nvSpPr>
          <p:spPr>
            <a:xfrm>
              <a:off x="2259454" y="5388144"/>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39" name="Google Shape;3639;p62"/>
            <p:cNvSpPr/>
            <p:nvPr/>
          </p:nvSpPr>
          <p:spPr>
            <a:xfrm>
              <a:off x="968477" y="4808824"/>
              <a:ext cx="3652950" cy="9848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Class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Class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Class 3: </a:t>
              </a:r>
              <a:endParaRPr b="0" i="0" sz="1400" u="none" cap="none" strike="noStrike">
                <a:solidFill>
                  <a:srgbClr val="000000"/>
                </a:solidFill>
                <a:latin typeface="Arial"/>
                <a:ea typeface="Arial"/>
                <a:cs typeface="Arial"/>
                <a:sym typeface="Arial"/>
              </a:endParaRPr>
            </a:p>
          </p:txBody>
        </p:sp>
      </p:grpSp>
      <p:sp>
        <p:nvSpPr>
          <p:cNvPr id="3640" name="Google Shape;3640;p62"/>
          <p:cNvSpPr/>
          <p:nvPr/>
        </p:nvSpPr>
        <p:spPr>
          <a:xfrm>
            <a:off x="276077" y="5385873"/>
            <a:ext cx="3492071" cy="364972"/>
          </a:xfrm>
          <a:prstGeom prst="rect">
            <a:avLst/>
          </a:prstGeom>
          <a:blipFill rotWithShape="1">
            <a:blip r:embed="rId5">
              <a:alphaModFix/>
            </a:blip>
            <a:stretch>
              <a:fillRect b="-508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cxnSp>
        <p:nvCxnSpPr>
          <p:cNvPr id="3641" name="Google Shape;3641;p62"/>
          <p:cNvCxnSpPr>
            <a:stCxn id="3613" idx="3"/>
          </p:cNvCxnSpPr>
          <p:nvPr/>
        </p:nvCxnSpPr>
        <p:spPr>
          <a:xfrm flipH="1" rot="10800000">
            <a:off x="3067879" y="1916346"/>
            <a:ext cx="2822700" cy="2204400"/>
          </a:xfrm>
          <a:prstGeom prst="straightConnector1">
            <a:avLst/>
          </a:prstGeom>
          <a:noFill/>
          <a:ln cap="flat" cmpd="sng" w="38100">
            <a:solidFill>
              <a:schemeClr val="dk1"/>
            </a:solidFill>
            <a:prstDash val="solid"/>
            <a:round/>
            <a:headEnd len="sm" w="sm" type="none"/>
            <a:tailEnd len="med" w="med" type="triangle"/>
          </a:ln>
        </p:spPr>
      </p:cxnSp>
      <p:cxnSp>
        <p:nvCxnSpPr>
          <p:cNvPr id="3642" name="Google Shape;3642;p62"/>
          <p:cNvCxnSpPr>
            <a:stCxn id="3613" idx="3"/>
          </p:cNvCxnSpPr>
          <p:nvPr/>
        </p:nvCxnSpPr>
        <p:spPr>
          <a:xfrm flipH="1" rot="10800000">
            <a:off x="3067879" y="3544446"/>
            <a:ext cx="2916900" cy="576300"/>
          </a:xfrm>
          <a:prstGeom prst="straightConnector1">
            <a:avLst/>
          </a:prstGeom>
          <a:noFill/>
          <a:ln cap="flat" cmpd="sng" w="38100">
            <a:solidFill>
              <a:schemeClr val="dk1"/>
            </a:solidFill>
            <a:prstDash val="solid"/>
            <a:round/>
            <a:headEnd len="sm" w="sm" type="none"/>
            <a:tailEnd len="med" w="med" type="triangle"/>
          </a:ln>
        </p:spPr>
      </p:cxnSp>
      <p:cxnSp>
        <p:nvCxnSpPr>
          <p:cNvPr id="3643" name="Google Shape;3643;p62"/>
          <p:cNvCxnSpPr>
            <a:stCxn id="3613" idx="3"/>
          </p:cNvCxnSpPr>
          <p:nvPr/>
        </p:nvCxnSpPr>
        <p:spPr>
          <a:xfrm>
            <a:off x="3067879" y="4120746"/>
            <a:ext cx="2831700" cy="948600"/>
          </a:xfrm>
          <a:prstGeom prst="straightConnector1">
            <a:avLst/>
          </a:prstGeom>
          <a:noFill/>
          <a:ln cap="flat" cmpd="sng" w="38100">
            <a:solidFill>
              <a:schemeClr val="dk1"/>
            </a:solidFill>
            <a:prstDash val="solid"/>
            <a:round/>
            <a:headEnd len="sm" w="sm" type="none"/>
            <a:tailEnd len="med" w="med" type="triangle"/>
          </a:ln>
        </p:spPr>
      </p:cxnSp>
      <p:sp>
        <p:nvSpPr>
          <p:cNvPr id="3644" name="Google Shape;3644;p62"/>
          <p:cNvSpPr/>
          <p:nvPr/>
        </p:nvSpPr>
        <p:spPr>
          <a:xfrm>
            <a:off x="4837622" y="1890647"/>
            <a:ext cx="556289" cy="364972"/>
          </a:xfrm>
          <a:prstGeom prst="rect">
            <a:avLst/>
          </a:prstGeom>
          <a:blipFill rotWithShape="1">
            <a:blip r:embed="rId6">
              <a:alphaModFix/>
            </a:blip>
            <a:stretch>
              <a:fillRect b="-1664" l="0" r="-1098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45" name="Google Shape;3645;p62"/>
          <p:cNvSpPr/>
          <p:nvPr/>
        </p:nvSpPr>
        <p:spPr>
          <a:xfrm>
            <a:off x="5013933" y="3271113"/>
            <a:ext cx="556289" cy="364972"/>
          </a:xfrm>
          <a:prstGeom prst="rect">
            <a:avLst/>
          </a:prstGeom>
          <a:blipFill rotWithShape="1">
            <a:blip r:embed="rId7">
              <a:alphaModFix/>
            </a:blip>
            <a:stretch>
              <a:fillRect b="-1692" l="0" r="-978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46" name="Google Shape;3646;p62"/>
          <p:cNvSpPr/>
          <p:nvPr/>
        </p:nvSpPr>
        <p:spPr>
          <a:xfrm>
            <a:off x="4682227" y="4763241"/>
            <a:ext cx="556289" cy="364972"/>
          </a:xfrm>
          <a:prstGeom prst="rect">
            <a:avLst/>
          </a:prstGeom>
          <a:blipFill rotWithShape="1">
            <a:blip r:embed="rId8">
              <a:alphaModFix/>
            </a:blip>
            <a:stretch>
              <a:fillRect b="-1664" l="0" r="-1098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47" name="Google Shape;3647;p62"/>
          <p:cNvSpPr/>
          <p:nvPr/>
        </p:nvSpPr>
        <p:spPr>
          <a:xfrm>
            <a:off x="496076" y="5831190"/>
            <a:ext cx="3067763" cy="454676"/>
          </a:xfrm>
          <a:prstGeom prst="rect">
            <a:avLst/>
          </a:prstGeom>
          <a:blipFill rotWithShape="1">
            <a:blip r:embed="rId9">
              <a:alphaModFix/>
            </a:blip>
            <a:stretch>
              <a:fillRect b="-5402"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48" name="Google Shape;3648;p62"/>
          <p:cNvSpPr/>
          <p:nvPr/>
        </p:nvSpPr>
        <p:spPr>
          <a:xfrm>
            <a:off x="5595902" y="6167301"/>
            <a:ext cx="219130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 × (N – 1) / 2 classifiers</a:t>
            </a:r>
            <a:endParaRPr b="0" i="0" sz="1600" u="none" cap="none" strike="noStrike">
              <a:solidFill>
                <a:srgbClr val="000000"/>
              </a:solidFill>
              <a:latin typeface="Tahoma"/>
              <a:ea typeface="Tahoma"/>
              <a:cs typeface="Tahoma"/>
              <a:sym typeface="Tahoma"/>
            </a:endParaRPr>
          </a:p>
        </p:txBody>
      </p:sp>
      <p:grpSp>
        <p:nvGrpSpPr>
          <p:cNvPr id="3649" name="Google Shape;3649;p62"/>
          <p:cNvGrpSpPr/>
          <p:nvPr/>
        </p:nvGrpSpPr>
        <p:grpSpPr>
          <a:xfrm>
            <a:off x="5967976" y="1338558"/>
            <a:ext cx="2033024" cy="1490826"/>
            <a:chOff x="601935" y="1690688"/>
            <a:chExt cx="3827152" cy="2873355"/>
          </a:xfrm>
        </p:grpSpPr>
        <p:cxnSp>
          <p:nvCxnSpPr>
            <p:cNvPr id="3650" name="Google Shape;3650;p62"/>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651" name="Google Shape;3651;p62"/>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652" name="Google Shape;3652;p62"/>
            <p:cNvSpPr/>
            <p:nvPr/>
          </p:nvSpPr>
          <p:spPr>
            <a:xfrm>
              <a:off x="601935" y="2299235"/>
              <a:ext cx="663920" cy="5764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53" name="Google Shape;3653;p62"/>
            <p:cNvSpPr/>
            <p:nvPr/>
          </p:nvSpPr>
          <p:spPr>
            <a:xfrm>
              <a:off x="2121088" y="3735762"/>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54" name="Google Shape;3654;p62"/>
            <p:cNvSpPr/>
            <p:nvPr/>
          </p:nvSpPr>
          <p:spPr>
            <a:xfrm>
              <a:off x="1482431" y="36011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55" name="Google Shape;3655;p62"/>
            <p:cNvSpPr/>
            <p:nvPr/>
          </p:nvSpPr>
          <p:spPr>
            <a:xfrm>
              <a:off x="1461181" y="292408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56" name="Google Shape;3656;p62"/>
            <p:cNvSpPr/>
            <p:nvPr/>
          </p:nvSpPr>
          <p:spPr>
            <a:xfrm>
              <a:off x="1872690" y="3192781"/>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57" name="Google Shape;3657;p62"/>
            <p:cNvSpPr/>
            <p:nvPr/>
          </p:nvSpPr>
          <p:spPr>
            <a:xfrm>
              <a:off x="2498487" y="328045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58" name="Google Shape;3658;p62"/>
            <p:cNvSpPr/>
            <p:nvPr/>
          </p:nvSpPr>
          <p:spPr>
            <a:xfrm>
              <a:off x="2043434" y="28472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59" name="Google Shape;3659;p62"/>
            <p:cNvSpPr/>
            <p:nvPr/>
          </p:nvSpPr>
          <p:spPr>
            <a:xfrm>
              <a:off x="3113024" y="3987566"/>
              <a:ext cx="473436" cy="576477"/>
            </a:xfrm>
            <a:prstGeom prst="rect">
              <a:avLst/>
            </a:prstGeom>
            <a:blipFill rotWithShape="1">
              <a:blip r:embed="rId4">
                <a:alphaModFix/>
              </a:blip>
              <a:stretch>
                <a:fillRect b="0" l="0" r="-389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60" name="Google Shape;3660;p62"/>
            <p:cNvSpPr/>
            <p:nvPr/>
          </p:nvSpPr>
          <p:spPr>
            <a:xfrm>
              <a:off x="1482431" y="1854502"/>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61" name="Google Shape;3661;p62"/>
            <p:cNvSpPr/>
            <p:nvPr/>
          </p:nvSpPr>
          <p:spPr>
            <a:xfrm>
              <a:off x="1883315" y="1690688"/>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62" name="Google Shape;3662;p62"/>
            <p:cNvSpPr/>
            <p:nvPr/>
          </p:nvSpPr>
          <p:spPr>
            <a:xfrm>
              <a:off x="2248830" y="1848099"/>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63" name="Google Shape;3663;p62"/>
            <p:cNvSpPr/>
            <p:nvPr/>
          </p:nvSpPr>
          <p:spPr>
            <a:xfrm>
              <a:off x="1702324" y="2207577"/>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grpSp>
      <p:grpSp>
        <p:nvGrpSpPr>
          <p:cNvPr id="3664" name="Google Shape;3664;p62"/>
          <p:cNvGrpSpPr/>
          <p:nvPr/>
        </p:nvGrpSpPr>
        <p:grpSpPr>
          <a:xfrm>
            <a:off x="5967976" y="3084000"/>
            <a:ext cx="2033024" cy="1345584"/>
            <a:chOff x="601935" y="1970621"/>
            <a:chExt cx="3827152" cy="2593422"/>
          </a:xfrm>
        </p:grpSpPr>
        <p:cxnSp>
          <p:nvCxnSpPr>
            <p:cNvPr id="3665" name="Google Shape;3665;p62"/>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666" name="Google Shape;3666;p62"/>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667" name="Google Shape;3667;p62"/>
            <p:cNvSpPr/>
            <p:nvPr/>
          </p:nvSpPr>
          <p:spPr>
            <a:xfrm>
              <a:off x="601935" y="2299235"/>
              <a:ext cx="663920" cy="5764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68" name="Google Shape;3668;p62"/>
            <p:cNvSpPr/>
            <p:nvPr/>
          </p:nvSpPr>
          <p:spPr>
            <a:xfrm>
              <a:off x="2121088" y="3735762"/>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69" name="Google Shape;3669;p62"/>
            <p:cNvSpPr/>
            <p:nvPr/>
          </p:nvSpPr>
          <p:spPr>
            <a:xfrm>
              <a:off x="1482431" y="36011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70" name="Google Shape;3670;p62"/>
            <p:cNvSpPr/>
            <p:nvPr/>
          </p:nvSpPr>
          <p:spPr>
            <a:xfrm>
              <a:off x="2976829" y="208362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71" name="Google Shape;3671;p62"/>
            <p:cNvSpPr/>
            <p:nvPr/>
          </p:nvSpPr>
          <p:spPr>
            <a:xfrm>
              <a:off x="3413129" y="2772697"/>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72" name="Google Shape;3672;p62"/>
            <p:cNvSpPr/>
            <p:nvPr/>
          </p:nvSpPr>
          <p:spPr>
            <a:xfrm>
              <a:off x="3851775" y="275324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73" name="Google Shape;3673;p62"/>
            <p:cNvSpPr/>
            <p:nvPr/>
          </p:nvSpPr>
          <p:spPr>
            <a:xfrm>
              <a:off x="3552656" y="229923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74" name="Google Shape;3674;p62"/>
            <p:cNvSpPr/>
            <p:nvPr/>
          </p:nvSpPr>
          <p:spPr>
            <a:xfrm>
              <a:off x="1461181" y="292408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75" name="Google Shape;3675;p62"/>
            <p:cNvSpPr/>
            <p:nvPr/>
          </p:nvSpPr>
          <p:spPr>
            <a:xfrm>
              <a:off x="1872690" y="3192781"/>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76" name="Google Shape;3676;p62"/>
            <p:cNvSpPr/>
            <p:nvPr/>
          </p:nvSpPr>
          <p:spPr>
            <a:xfrm>
              <a:off x="2498487" y="328045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77" name="Google Shape;3677;p62"/>
            <p:cNvSpPr/>
            <p:nvPr/>
          </p:nvSpPr>
          <p:spPr>
            <a:xfrm>
              <a:off x="2833741" y="2495394"/>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78" name="Google Shape;3678;p62"/>
            <p:cNvSpPr/>
            <p:nvPr/>
          </p:nvSpPr>
          <p:spPr>
            <a:xfrm>
              <a:off x="3710779" y="3355633"/>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79" name="Google Shape;3679;p62"/>
            <p:cNvSpPr/>
            <p:nvPr/>
          </p:nvSpPr>
          <p:spPr>
            <a:xfrm>
              <a:off x="2043434" y="2847213"/>
              <a:ext cx="291907" cy="257851"/>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80" name="Google Shape;3680;p62"/>
            <p:cNvSpPr/>
            <p:nvPr/>
          </p:nvSpPr>
          <p:spPr>
            <a:xfrm>
              <a:off x="3113024" y="3987566"/>
              <a:ext cx="473436" cy="576477"/>
            </a:xfrm>
            <a:prstGeom prst="rect">
              <a:avLst/>
            </a:prstGeom>
            <a:blipFill rotWithShape="1">
              <a:blip r:embed="rId4">
                <a:alphaModFix/>
              </a:blip>
              <a:stretch>
                <a:fillRect b="0" l="0" r="-389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grpSp>
      <p:grpSp>
        <p:nvGrpSpPr>
          <p:cNvPr id="3681" name="Google Shape;3681;p62"/>
          <p:cNvGrpSpPr/>
          <p:nvPr/>
        </p:nvGrpSpPr>
        <p:grpSpPr>
          <a:xfrm>
            <a:off x="6019800" y="4462758"/>
            <a:ext cx="2033024" cy="1490826"/>
            <a:chOff x="601935" y="1690688"/>
            <a:chExt cx="3827152" cy="2873355"/>
          </a:xfrm>
        </p:grpSpPr>
        <p:cxnSp>
          <p:nvCxnSpPr>
            <p:cNvPr id="3682" name="Google Shape;3682;p62"/>
            <p:cNvCxnSpPr/>
            <p:nvPr/>
          </p:nvCxnSpPr>
          <p:spPr>
            <a:xfrm>
              <a:off x="1215660" y="1970621"/>
              <a:ext cx="0" cy="2393633"/>
            </a:xfrm>
            <a:prstGeom prst="straightConnector1">
              <a:avLst/>
            </a:prstGeom>
            <a:noFill/>
            <a:ln cap="flat" cmpd="sng" w="38100">
              <a:solidFill>
                <a:schemeClr val="dk1"/>
              </a:solidFill>
              <a:prstDash val="solid"/>
              <a:round/>
              <a:headEnd len="med" w="med" type="stealth"/>
              <a:tailEnd len="sm" w="sm" type="none"/>
            </a:ln>
          </p:spPr>
        </p:cxnSp>
        <p:cxnSp>
          <p:nvCxnSpPr>
            <p:cNvPr id="3683" name="Google Shape;3683;p62"/>
            <p:cNvCxnSpPr/>
            <p:nvPr/>
          </p:nvCxnSpPr>
          <p:spPr>
            <a:xfrm flipH="1" rot="10800000">
              <a:off x="1040516" y="4086946"/>
              <a:ext cx="3388571" cy="1"/>
            </a:xfrm>
            <a:prstGeom prst="straightConnector1">
              <a:avLst/>
            </a:prstGeom>
            <a:noFill/>
            <a:ln cap="flat" cmpd="sng" w="38100">
              <a:solidFill>
                <a:schemeClr val="dk1"/>
              </a:solidFill>
              <a:prstDash val="solid"/>
              <a:round/>
              <a:headEnd len="sm" w="sm" type="none"/>
              <a:tailEnd len="med" w="med" type="stealth"/>
            </a:ln>
          </p:spPr>
        </p:cxnSp>
        <p:sp>
          <p:nvSpPr>
            <p:cNvPr id="3684" name="Google Shape;3684;p62"/>
            <p:cNvSpPr/>
            <p:nvPr/>
          </p:nvSpPr>
          <p:spPr>
            <a:xfrm>
              <a:off x="601935" y="2299235"/>
              <a:ext cx="663920" cy="5764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85" name="Google Shape;3685;p62"/>
            <p:cNvSpPr/>
            <p:nvPr/>
          </p:nvSpPr>
          <p:spPr>
            <a:xfrm>
              <a:off x="2976829" y="208362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86" name="Google Shape;3686;p62"/>
            <p:cNvSpPr/>
            <p:nvPr/>
          </p:nvSpPr>
          <p:spPr>
            <a:xfrm>
              <a:off x="3413129" y="2772697"/>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87" name="Google Shape;3687;p62"/>
            <p:cNvSpPr/>
            <p:nvPr/>
          </p:nvSpPr>
          <p:spPr>
            <a:xfrm>
              <a:off x="3851775" y="275324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88" name="Google Shape;3688;p62"/>
            <p:cNvSpPr/>
            <p:nvPr/>
          </p:nvSpPr>
          <p:spPr>
            <a:xfrm>
              <a:off x="3552656" y="2299235"/>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89" name="Google Shape;3689;p62"/>
            <p:cNvSpPr/>
            <p:nvPr/>
          </p:nvSpPr>
          <p:spPr>
            <a:xfrm>
              <a:off x="2833741" y="2495394"/>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90" name="Google Shape;3690;p62"/>
            <p:cNvSpPr/>
            <p:nvPr/>
          </p:nvSpPr>
          <p:spPr>
            <a:xfrm>
              <a:off x="3710779" y="3355633"/>
              <a:ext cx="291907" cy="257851"/>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0000"/>
                </a:solidFill>
                <a:latin typeface="Calibri"/>
                <a:ea typeface="Calibri"/>
                <a:cs typeface="Calibri"/>
                <a:sym typeface="Calibri"/>
              </a:endParaRPr>
            </a:p>
          </p:txBody>
        </p:sp>
        <p:sp>
          <p:nvSpPr>
            <p:cNvPr id="3691" name="Google Shape;3691;p62"/>
            <p:cNvSpPr/>
            <p:nvPr/>
          </p:nvSpPr>
          <p:spPr>
            <a:xfrm>
              <a:off x="3113024" y="3987566"/>
              <a:ext cx="473436" cy="576477"/>
            </a:xfrm>
            <a:prstGeom prst="rect">
              <a:avLst/>
            </a:prstGeom>
            <a:blipFill rotWithShape="1">
              <a:blip r:embed="rId4">
                <a:alphaModFix/>
              </a:blip>
              <a:stretch>
                <a:fillRect b="0" l="0" r="-389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692" name="Google Shape;3692;p62"/>
            <p:cNvSpPr/>
            <p:nvPr/>
          </p:nvSpPr>
          <p:spPr>
            <a:xfrm>
              <a:off x="1482431" y="1854502"/>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93" name="Google Shape;3693;p62"/>
            <p:cNvSpPr/>
            <p:nvPr/>
          </p:nvSpPr>
          <p:spPr>
            <a:xfrm>
              <a:off x="1883315" y="1690688"/>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94" name="Google Shape;3694;p62"/>
            <p:cNvSpPr/>
            <p:nvPr/>
          </p:nvSpPr>
          <p:spPr>
            <a:xfrm>
              <a:off x="2248830" y="1848099"/>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sp>
          <p:nvSpPr>
            <p:cNvPr id="3695" name="Google Shape;3695;p62"/>
            <p:cNvSpPr/>
            <p:nvPr/>
          </p:nvSpPr>
          <p:spPr>
            <a:xfrm>
              <a:off x="1702324" y="2207577"/>
              <a:ext cx="270657" cy="270657"/>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Tahoma"/>
                <a:buNone/>
              </a:pPr>
              <a:r>
                <a:t/>
              </a:r>
              <a:endParaRPr b="0" i="0" sz="1400" u="none" cap="none" strike="noStrike">
                <a:solidFill>
                  <a:srgbClr val="FFFFFF"/>
                </a:solidFill>
                <a:latin typeface="Calibri"/>
                <a:ea typeface="Calibri"/>
                <a:cs typeface="Calibri"/>
                <a:sym typeface="Calibri"/>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0" name="Shape 3700"/>
        <p:cNvGrpSpPr/>
        <p:nvPr/>
      </p:nvGrpSpPr>
      <p:grpSpPr>
        <a:xfrm>
          <a:off x="0" y="0"/>
          <a:ext cx="0" cy="0"/>
          <a:chOff x="0" y="0"/>
          <a:chExt cx="0" cy="0"/>
        </a:xfrm>
      </p:grpSpPr>
      <p:sp>
        <p:nvSpPr>
          <p:cNvPr id="3701" name="Google Shape;3701;p6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t>Logistic regression (Classification)- Summary</a:t>
            </a:r>
            <a:endParaRPr b="1"/>
          </a:p>
        </p:txBody>
      </p:sp>
      <p:sp>
        <p:nvSpPr>
          <p:cNvPr id="3702" name="Google Shape;3702;p63"/>
          <p:cNvSpPr txBox="1"/>
          <p:nvPr>
            <p:ph idx="1" type="body"/>
          </p:nvPr>
        </p:nvSpPr>
        <p:spPr>
          <a:xfrm>
            <a:off x="685800" y="1676400"/>
            <a:ext cx="7296300" cy="3638700"/>
          </a:xfrm>
          <a:prstGeom prst="rect">
            <a:avLst/>
          </a:prstGeom>
          <a:blipFill rotWithShape="1">
            <a:blip r:embed="rId3">
              <a:alphaModFix/>
            </a:blip>
            <a:stretch>
              <a:fillRect b="0" l="-1001" r="0" t="-2846"/>
            </a:stretch>
          </a:blip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3200"/>
              <a:buChar char="•"/>
            </a:pPr>
            <a:r>
              <a:rPr lang="en-US"/>
              <a:t> </a:t>
            </a:r>
            <a:endParaRPr/>
          </a:p>
        </p:txBody>
      </p:sp>
      <p:sp>
        <p:nvSpPr>
          <p:cNvPr id="3703" name="Google Shape;3703;p63"/>
          <p:cNvSpPr/>
          <p:nvPr/>
        </p:nvSpPr>
        <p:spPr>
          <a:xfrm>
            <a:off x="228600" y="5327997"/>
            <a:ext cx="8915400" cy="12926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Note:</a:t>
            </a:r>
            <a:endParaRPr b="0" i="0" sz="1400" u="none" cap="none" strike="noStrike">
              <a:solidFill>
                <a:srgbClr val="000000"/>
              </a:solidFill>
              <a:latin typeface="Arial"/>
              <a:ea typeface="Arial"/>
              <a:cs typeface="Arial"/>
              <a:sym typeface="Arial"/>
            </a:endParaRPr>
          </a:p>
          <a:p>
            <a:pPr indent="-171450" lvl="0" marL="171450" marR="0" rtl="0" algn="l">
              <a:lnSpc>
                <a:spcPct val="150000"/>
              </a:lnSpc>
              <a:spcBef>
                <a:spcPts val="0"/>
              </a:spcBef>
              <a:spcAft>
                <a:spcPts val="0"/>
              </a:spcAft>
              <a:buClr>
                <a:srgbClr val="000000"/>
              </a:buClr>
              <a:buSzPts val="1200"/>
              <a:buFont typeface="Arial"/>
              <a:buChar char="•"/>
            </a:pPr>
            <a:r>
              <a:rPr b="0" i="0" lang="en-US" sz="1200" u="none" cap="none" strike="noStrike">
                <a:solidFill>
                  <a:srgbClr val="000000"/>
                </a:solidFill>
                <a:latin typeface="Tahoma"/>
                <a:ea typeface="Tahoma"/>
                <a:cs typeface="Tahoma"/>
                <a:sym typeface="Tahoma"/>
              </a:rPr>
              <a:t>σ(t) &lt; 0.5 when t &lt; 0, and σ(t) ≥ 0.5 when t ≥ 0, so a Logistic model predicts 1 if xTθ is positive, and 0 if it is negative</a:t>
            </a:r>
            <a:endParaRPr b="0" i="0" sz="1400" u="none" cap="none" strike="noStrike">
              <a:solidFill>
                <a:srgbClr val="000000"/>
              </a:solidFill>
              <a:latin typeface="Arial"/>
              <a:ea typeface="Arial"/>
              <a:cs typeface="Arial"/>
              <a:sym typeface="Arial"/>
            </a:endParaRPr>
          </a:p>
          <a:p>
            <a:pPr indent="-171450" lvl="0" marL="171450" marR="0" rtl="0" algn="l">
              <a:lnSpc>
                <a:spcPct val="150000"/>
              </a:lnSpc>
              <a:spcBef>
                <a:spcPts val="0"/>
              </a:spcBef>
              <a:spcAft>
                <a:spcPts val="0"/>
              </a:spcAft>
              <a:buClr>
                <a:srgbClr val="000000"/>
              </a:buClr>
              <a:buSzPts val="1200"/>
              <a:buFont typeface="Arial"/>
              <a:buChar char="•"/>
            </a:pPr>
            <a:r>
              <a:rPr b="0" i="0" lang="en-US" sz="1200" u="none" cap="none" strike="noStrike">
                <a:solidFill>
                  <a:srgbClr val="000000"/>
                </a:solidFill>
                <a:latin typeface="Tahoma"/>
                <a:ea typeface="Tahoma"/>
                <a:cs typeface="Tahoma"/>
                <a:sym typeface="Tahoma"/>
              </a:rPr>
              <a:t>logit(p) = log(p / (1 - p)), is the inverse of the logistic function. Indeed, if you compute the logit of the estimated probability p, you will find that the result is t. The logit is also called the log-odds</a:t>
            </a:r>
            <a:endParaRPr b="0" i="0" sz="12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200"/>
              <a:buFont typeface="Tahoma"/>
              <a:buNone/>
            </a:pPr>
            <a:r>
              <a:t/>
            </a:r>
            <a:endParaRPr b="0" i="0" sz="1200" u="none" cap="none" strike="noStrike">
              <a:solidFill>
                <a:srgbClr val="000000"/>
              </a:solidFill>
              <a:latin typeface="Tahoma"/>
              <a:ea typeface="Tahoma"/>
              <a:cs typeface="Tahoma"/>
              <a:sym typeface="Tahom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7" name="Shape 3707"/>
        <p:cNvGrpSpPr/>
        <p:nvPr/>
      </p:nvGrpSpPr>
      <p:grpSpPr>
        <a:xfrm>
          <a:off x="0" y="0"/>
          <a:ext cx="0" cy="0"/>
          <a:chOff x="0" y="0"/>
          <a:chExt cx="0" cy="0"/>
        </a:xfrm>
      </p:grpSpPr>
      <p:sp>
        <p:nvSpPr>
          <p:cNvPr id="3708" name="Google Shape;3708;p64"/>
          <p:cNvSpPr txBox="1"/>
          <p:nvPr>
            <p:ph type="title"/>
          </p:nvPr>
        </p:nvSpPr>
        <p:spPr>
          <a:xfrm>
            <a:off x="1219200" y="1981200"/>
            <a:ext cx="6096000" cy="1143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Thank you !</a:t>
            </a:r>
            <a:endParaRPr/>
          </a:p>
        </p:txBody>
      </p:sp>
      <p:sp>
        <p:nvSpPr>
          <p:cNvPr id="3709" name="Google Shape;3709;p64"/>
          <p:cNvSpPr txBox="1"/>
          <p:nvPr/>
        </p:nvSpPr>
        <p:spPr>
          <a:xfrm>
            <a:off x="4419600" y="5143500"/>
            <a:ext cx="4572000" cy="1143000"/>
          </a:xfrm>
          <a:prstGeom prst="rect">
            <a:avLst/>
          </a:prstGeom>
          <a:noFill/>
          <a:ln>
            <a:noFill/>
          </a:ln>
        </p:spPr>
        <p:txBody>
          <a:bodyPr anchorCtr="0" anchor="t" bIns="45700" lIns="91425" spcFirstLastPara="1" rIns="91425" wrap="square" tIns="45700">
            <a:noAutofit/>
          </a:bodyPr>
          <a:lstStyle/>
          <a:p>
            <a:pPr indent="-800100" lvl="0" marL="800100" marR="0" rtl="0" algn="l">
              <a:lnSpc>
                <a:spcPct val="10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Next Session Plan : </a:t>
            </a:r>
            <a:br>
              <a:rPr b="0" i="0" lang="en-US" sz="4000" u="none" cap="none" strike="noStrike">
                <a:solidFill>
                  <a:schemeClr val="dk1"/>
                </a:solidFill>
                <a:latin typeface="Calibri"/>
                <a:ea typeface="Calibri"/>
                <a:cs typeface="Calibri"/>
                <a:sym typeface="Calibri"/>
              </a:rPr>
            </a:br>
            <a:r>
              <a:rPr b="0" i="0" lang="en-US" sz="1600" u="none" cap="none" strike="noStrike">
                <a:solidFill>
                  <a:srgbClr val="7030A0"/>
                </a:solidFill>
                <a:latin typeface="Calibri"/>
                <a:ea typeface="Calibri"/>
                <a:cs typeface="Calibri"/>
                <a:sym typeface="Calibri"/>
              </a:rPr>
              <a:t>Module 5 – Decision Tree Classifier</a:t>
            </a:r>
            <a:endParaRPr b="0" i="0" sz="1600" u="none" cap="none" strike="noStrike">
              <a:solidFill>
                <a:srgbClr val="7030A0"/>
              </a:solidFill>
              <a:latin typeface="Calibri"/>
              <a:ea typeface="Calibri"/>
              <a:cs typeface="Calibri"/>
              <a:sym typeface="Calibri"/>
            </a:endParaRPr>
          </a:p>
        </p:txBody>
      </p:sp>
      <p:sp>
        <p:nvSpPr>
          <p:cNvPr id="3710" name="Google Shape;3710;p64"/>
          <p:cNvSpPr txBox="1"/>
          <p:nvPr/>
        </p:nvSpPr>
        <p:spPr>
          <a:xfrm>
            <a:off x="457200" y="2819400"/>
            <a:ext cx="8292600" cy="2057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400"/>
              <a:buFont typeface="Arial"/>
              <a:buNone/>
            </a:pPr>
            <a:r>
              <a:rPr b="1" i="0" lang="en-US" sz="1600" u="none" cap="none" strike="noStrike">
                <a:solidFill>
                  <a:srgbClr val="000000"/>
                </a:solidFill>
                <a:latin typeface="Arial"/>
                <a:ea typeface="Arial"/>
                <a:cs typeface="Arial"/>
                <a:sym typeface="Arial"/>
              </a:rPr>
              <a:t>Required Reading for completed session : </a:t>
            </a:r>
            <a:r>
              <a:rPr b="0" i="0" lang="en-US"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542925"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T1 - Chapter  # 6   (</a:t>
            </a:r>
            <a:r>
              <a:rPr b="0" i="0" lang="en-US" sz="1600" u="none" cap="none" strike="noStrike">
                <a:solidFill>
                  <a:schemeClr val="dk1"/>
                </a:solidFill>
                <a:latin typeface="Tahoma"/>
                <a:ea typeface="Tahoma"/>
                <a:cs typeface="Tahoma"/>
                <a:sym typeface="Tahoma"/>
              </a:rPr>
              <a:t>Tom M. Mitchell, Machine Learning)</a:t>
            </a:r>
            <a:endParaRPr b="0" i="0" sz="1600" u="none" cap="none" strike="noStrike">
              <a:solidFill>
                <a:srgbClr val="000000"/>
              </a:solidFill>
              <a:latin typeface="Arial"/>
              <a:ea typeface="Arial"/>
              <a:cs typeface="Arial"/>
              <a:sym typeface="Arial"/>
            </a:endParaRPr>
          </a:p>
          <a:p>
            <a:pPr indent="0" lvl="0" marL="542925"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R1 – Chapter # 3,#4  (</a:t>
            </a:r>
            <a:r>
              <a:rPr b="0" i="0" lang="en-US" sz="1600" u="none" cap="none" strike="noStrike">
                <a:solidFill>
                  <a:schemeClr val="dk1"/>
                </a:solidFill>
                <a:latin typeface="Tahoma"/>
                <a:ea typeface="Tahoma"/>
                <a:cs typeface="Tahoma"/>
                <a:sym typeface="Tahoma"/>
              </a:rPr>
              <a:t>Christopher M. Bhisop, Pattern Recognition &amp; Machine Learning) &amp; Refresh your MFDS course basics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1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1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2021-11-12T07:04:08Z</dcterms:created>
</cp:coreProperties>
</file>